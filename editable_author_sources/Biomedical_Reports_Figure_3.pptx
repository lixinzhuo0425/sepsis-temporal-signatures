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4" r:id="rId1"/>
  </p:sldMasterIdLst>
  <p:sldIdLst>
    <p:sldId id="256" r:id="rId2"/>
  </p:sldIdLst>
  <p:sldSz cx="1044098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14" d="100"/>
          <a:sy n="114" d="100"/>
        </p:scale>
        <p:origin x="1640" y="3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3074" y="1122363"/>
            <a:ext cx="887484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05124" y="3602038"/>
            <a:ext cx="7830741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59004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4256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2381" y="1709740"/>
            <a:ext cx="9005352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2381" y="4589465"/>
            <a:ext cx="9005352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39725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17818" y="1825625"/>
            <a:ext cx="443742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85750" y="1825625"/>
            <a:ext cx="443742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7616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78" y="365126"/>
            <a:ext cx="9005352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9179" y="1681163"/>
            <a:ext cx="441702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179" y="2505075"/>
            <a:ext cx="441702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285751" y="1681163"/>
            <a:ext cx="443878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285751" y="2505075"/>
            <a:ext cx="4438780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186525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3617645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400279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78" y="457200"/>
            <a:ext cx="336749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38780" y="987426"/>
            <a:ext cx="52857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178" y="2057400"/>
            <a:ext cx="336749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882926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178" y="457200"/>
            <a:ext cx="3367490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38780" y="987426"/>
            <a:ext cx="52857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19178" y="2057400"/>
            <a:ext cx="3367490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073337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72779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471833" y="365125"/>
            <a:ext cx="2251338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17818" y="365125"/>
            <a:ext cx="6623502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03842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17818" y="365126"/>
            <a:ext cx="9005352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17818" y="1825625"/>
            <a:ext cx="9005352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17818" y="6356352"/>
            <a:ext cx="2349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96CFE-59B6-B34A-99A4-F37E87FA5039}" type="datetimeFigureOut">
              <a:rPr kumimoji="1" lang="zh-CN" altLang="en-US" smtClean="0"/>
              <a:t>2026/8/9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8578" y="6356352"/>
            <a:ext cx="352383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373948" y="6356352"/>
            <a:ext cx="234922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B2A743-4C46-9643-991A-79594A2993EA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871127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图形 4">
            <a:extLst>
              <a:ext uri="{FF2B5EF4-FFF2-40B4-BE49-F238E27FC236}">
                <a16:creationId xmlns:a16="http://schemas.microsoft.com/office/drawing/2014/main" id="{F862973F-D21C-F2F4-9CA8-DDDF12D60F8F}"/>
              </a:ext>
            </a:extLst>
          </p:cNvPr>
          <p:cNvGrpSpPr/>
          <p:nvPr/>
        </p:nvGrpSpPr>
        <p:grpSpPr>
          <a:xfrm>
            <a:off x="0" y="0"/>
            <a:ext cx="10039918" cy="6849636"/>
            <a:chOff x="0" y="0"/>
            <a:chExt cx="10039918" cy="6849636"/>
          </a:xfrm>
        </p:grpSpPr>
        <p:sp>
          <p:nvSpPr>
            <p:cNvPr id="7" name="任意形状 6">
              <a:extLst>
                <a:ext uri="{FF2B5EF4-FFF2-40B4-BE49-F238E27FC236}">
                  <a16:creationId xmlns:a16="http://schemas.microsoft.com/office/drawing/2014/main" id="{1789E86D-8AAB-9FC6-FC75-9633FF50436B}"/>
                </a:ext>
              </a:extLst>
            </p:cNvPr>
            <p:cNvSpPr/>
            <p:nvPr/>
          </p:nvSpPr>
          <p:spPr>
            <a:xfrm>
              <a:off x="0" y="0"/>
              <a:ext cx="10020658" cy="6849636"/>
            </a:xfrm>
            <a:custGeom>
              <a:avLst/>
              <a:gdLst>
                <a:gd name="csX0" fmla="*/ 0 w 10020658"/>
                <a:gd name="csY0" fmla="*/ 6849637 h 6849636"/>
                <a:gd name="csX1" fmla="*/ 10020658 w 10020658"/>
                <a:gd name="csY1" fmla="*/ 6849637 h 6849636"/>
                <a:gd name="csX2" fmla="*/ 10020658 w 10020658"/>
                <a:gd name="csY2" fmla="*/ 0 h 6849636"/>
                <a:gd name="csX3" fmla="*/ 0 w 10020658"/>
                <a:gd name="csY3" fmla="*/ 0 h 684963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</a:cxnLst>
              <a:rect l="l" t="t" r="r" b="b"/>
              <a:pathLst>
                <a:path w="10020658" h="6849636">
                  <a:moveTo>
                    <a:pt x="0" y="6849637"/>
                  </a:moveTo>
                  <a:lnTo>
                    <a:pt x="10020658" y="6849637"/>
                  </a:lnTo>
                  <a:lnTo>
                    <a:pt x="10020658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 w="20919" cap="flat">
              <a:noFill/>
              <a:prstDash val="solid"/>
              <a:round/>
            </a:ln>
          </p:spPr>
        </p:sp>
        <p:grpSp>
          <p:nvGrpSpPr>
            <p:cNvPr id="8" name="图形 4">
              <a:extLst>
                <a:ext uri="{FF2B5EF4-FFF2-40B4-BE49-F238E27FC236}">
                  <a16:creationId xmlns:a16="http://schemas.microsoft.com/office/drawing/2014/main" id="{45AC9593-EF43-7C50-E8DC-7C60DBBA686C}"/>
                </a:ext>
              </a:extLst>
            </p:cNvPr>
            <p:cNvGrpSpPr/>
            <p:nvPr/>
          </p:nvGrpSpPr>
          <p:grpSpPr>
            <a:xfrm>
              <a:off x="1090241" y="618261"/>
              <a:ext cx="5481034" cy="5708646"/>
              <a:chOff x="1090241" y="618261"/>
              <a:chExt cx="5481034" cy="5708646"/>
            </a:xfrm>
          </p:grpSpPr>
          <p:sp>
            <p:nvSpPr>
              <p:cNvPr id="9" name="任意形状 8">
                <a:extLst>
                  <a:ext uri="{FF2B5EF4-FFF2-40B4-BE49-F238E27FC236}">
                    <a16:creationId xmlns:a16="http://schemas.microsoft.com/office/drawing/2014/main" id="{51268870-F623-0E71-52E4-52490BA28005}"/>
                  </a:ext>
                </a:extLst>
              </p:cNvPr>
              <p:cNvSpPr/>
              <p:nvPr/>
            </p:nvSpPr>
            <p:spPr>
              <a:xfrm>
                <a:off x="3607436" y="1438423"/>
                <a:ext cx="2882550" cy="4315270"/>
              </a:xfrm>
              <a:custGeom>
                <a:avLst/>
                <a:gdLst>
                  <a:gd name="csX0" fmla="*/ 0 w 2882550"/>
                  <a:gd name="csY0" fmla="*/ 4315271 h 4315270"/>
                  <a:gd name="csX1" fmla="*/ 2882551 w 2882550"/>
                  <a:gd name="csY1" fmla="*/ 4315271 h 4315270"/>
                  <a:gd name="csX2" fmla="*/ 2882551 w 2882550"/>
                  <a:gd name="csY2" fmla="*/ 0 h 4315270"/>
                  <a:gd name="csX3" fmla="*/ 0 w 2882550"/>
                  <a:gd name="csY3" fmla="*/ 0 h 43152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882550" h="4315270">
                    <a:moveTo>
                      <a:pt x="0" y="4315271"/>
                    </a:moveTo>
                    <a:lnTo>
                      <a:pt x="2882551" y="4315271"/>
                    </a:lnTo>
                    <a:lnTo>
                      <a:pt x="2882551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0919" cap="flat">
                <a:noFill/>
                <a:prstDash val="solid"/>
                <a:round/>
              </a:ln>
            </p:spPr>
          </p:sp>
          <p:grpSp>
            <p:nvGrpSpPr>
              <p:cNvPr id="10" name="图形 4">
                <a:extLst>
                  <a:ext uri="{FF2B5EF4-FFF2-40B4-BE49-F238E27FC236}">
                    <a16:creationId xmlns:a16="http://schemas.microsoft.com/office/drawing/2014/main" id="{647B3E59-4DC2-DD6C-CD55-BFAB7821BC47}"/>
                  </a:ext>
                </a:extLst>
              </p:cNvPr>
              <p:cNvGrpSpPr/>
              <p:nvPr/>
            </p:nvGrpSpPr>
            <p:grpSpPr>
              <a:xfrm>
                <a:off x="3692966" y="5753694"/>
                <a:ext cx="2708081" cy="573213"/>
                <a:chOff x="3692966" y="5753694"/>
                <a:chExt cx="2708081" cy="573213"/>
              </a:xfrm>
              <a:solidFill>
                <a:srgbClr val="000000"/>
              </a:solidFill>
            </p:grpSpPr>
            <p:grpSp>
              <p:nvGrpSpPr>
                <p:cNvPr id="11" name="图形 4">
                  <a:extLst>
                    <a:ext uri="{FF2B5EF4-FFF2-40B4-BE49-F238E27FC236}">
                      <a16:creationId xmlns:a16="http://schemas.microsoft.com/office/drawing/2014/main" id="{5B8782E7-62DE-1495-4603-F56B93673B3E}"/>
                    </a:ext>
                  </a:extLst>
                </p:cNvPr>
                <p:cNvGrpSpPr/>
                <p:nvPr/>
              </p:nvGrpSpPr>
              <p:grpSpPr>
                <a:xfrm>
                  <a:off x="4156593" y="5753694"/>
                  <a:ext cx="461986" cy="332598"/>
                  <a:chOff x="4156593" y="5753694"/>
                  <a:chExt cx="461986" cy="332598"/>
                </a:xfrm>
                <a:solidFill>
                  <a:srgbClr val="000000"/>
                </a:solidFill>
              </p:grpSpPr>
              <p:sp>
                <p:nvSpPr>
                  <p:cNvPr id="12" name="任意形状 11">
                    <a:extLst>
                      <a:ext uri="{FF2B5EF4-FFF2-40B4-BE49-F238E27FC236}">
                        <a16:creationId xmlns:a16="http://schemas.microsoft.com/office/drawing/2014/main" id="{0FC40A18-597B-5032-1210-76B87A5074F2}"/>
                      </a:ext>
                    </a:extLst>
                  </p:cNvPr>
                  <p:cNvSpPr/>
                  <p:nvPr/>
                </p:nvSpPr>
                <p:spPr>
                  <a:xfrm>
                    <a:off x="4413296" y="5753694"/>
                    <a:ext cx="20928" cy="73179"/>
                  </a:xfrm>
                  <a:custGeom>
                    <a:avLst/>
                    <a:gdLst>
                      <a:gd name="csX0" fmla="*/ 211 w 20928"/>
                      <a:gd name="csY0" fmla="*/ 275 h 73179"/>
                      <a:gd name="csX1" fmla="*/ 211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211" y="275"/>
                        </a:moveTo>
                        <a:lnTo>
                          <a:pt x="211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3" name="文本框 12">
                    <a:extLst>
                      <a:ext uri="{FF2B5EF4-FFF2-40B4-BE49-F238E27FC236}">
                        <a16:creationId xmlns:a16="http://schemas.microsoft.com/office/drawing/2014/main" id="{0093FA8A-2001-B738-D39C-21FDE198D0AC}"/>
                      </a:ext>
                    </a:extLst>
                  </p:cNvPr>
                  <p:cNvSpPr txBox="1"/>
                  <p:nvPr/>
                </p:nvSpPr>
                <p:spPr>
                  <a:xfrm>
                    <a:off x="4156593" y="5824682"/>
                    <a:ext cx="461986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−0.5</a:t>
                    </a:r>
                  </a:p>
                </p:txBody>
              </p:sp>
            </p:grpSp>
            <p:grpSp>
              <p:nvGrpSpPr>
                <p:cNvPr id="14" name="图形 4">
                  <a:extLst>
                    <a:ext uri="{FF2B5EF4-FFF2-40B4-BE49-F238E27FC236}">
                      <a16:creationId xmlns:a16="http://schemas.microsoft.com/office/drawing/2014/main" id="{F84D4D5C-F5D5-9A6C-A763-F0F794D3D916}"/>
                    </a:ext>
                  </a:extLst>
                </p:cNvPr>
                <p:cNvGrpSpPr/>
                <p:nvPr/>
              </p:nvGrpSpPr>
              <p:grpSpPr>
                <a:xfrm>
                  <a:off x="5113137" y="5753694"/>
                  <a:ext cx="380232" cy="332598"/>
                  <a:chOff x="5113137" y="5753694"/>
                  <a:chExt cx="380232" cy="332598"/>
                </a:xfrm>
                <a:solidFill>
                  <a:srgbClr val="000000"/>
                </a:solidFill>
              </p:grpSpPr>
              <p:sp>
                <p:nvSpPr>
                  <p:cNvPr id="15" name="任意形状 14">
                    <a:extLst>
                      <a:ext uri="{FF2B5EF4-FFF2-40B4-BE49-F238E27FC236}">
                        <a16:creationId xmlns:a16="http://schemas.microsoft.com/office/drawing/2014/main" id="{105F8BAF-55B4-D667-8889-A49C8FE0824D}"/>
                      </a:ext>
                    </a:extLst>
                  </p:cNvPr>
                  <p:cNvSpPr/>
                  <p:nvPr/>
                </p:nvSpPr>
                <p:spPr>
                  <a:xfrm>
                    <a:off x="5320952" y="5753694"/>
                    <a:ext cx="20928" cy="73179"/>
                  </a:xfrm>
                  <a:custGeom>
                    <a:avLst/>
                    <a:gdLst>
                      <a:gd name="csX0" fmla="*/ 254 w 20928"/>
                      <a:gd name="csY0" fmla="*/ 275 h 73179"/>
                      <a:gd name="csX1" fmla="*/ 254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254" y="275"/>
                        </a:moveTo>
                        <a:lnTo>
                          <a:pt x="254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6" name="文本框 15">
                    <a:extLst>
                      <a:ext uri="{FF2B5EF4-FFF2-40B4-BE49-F238E27FC236}">
                        <a16:creationId xmlns:a16="http://schemas.microsoft.com/office/drawing/2014/main" id="{2419ABC1-E905-A4E8-E78B-FFCF1401C347}"/>
                      </a:ext>
                    </a:extLst>
                  </p:cNvPr>
                  <p:cNvSpPr txBox="1"/>
                  <p:nvPr/>
                </p:nvSpPr>
                <p:spPr>
                  <a:xfrm>
                    <a:off x="5113137" y="5824682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0.0</a:t>
                    </a:r>
                  </a:p>
                </p:txBody>
              </p:sp>
            </p:grpSp>
            <p:grpSp>
              <p:nvGrpSpPr>
                <p:cNvPr id="17" name="图形 4">
                  <a:extLst>
                    <a:ext uri="{FF2B5EF4-FFF2-40B4-BE49-F238E27FC236}">
                      <a16:creationId xmlns:a16="http://schemas.microsoft.com/office/drawing/2014/main" id="{213DBC3D-ED16-841B-A7FC-981745E2E0F8}"/>
                    </a:ext>
                  </a:extLst>
                </p:cNvPr>
                <p:cNvGrpSpPr/>
                <p:nvPr/>
              </p:nvGrpSpPr>
              <p:grpSpPr>
                <a:xfrm>
                  <a:off x="6020815" y="5753694"/>
                  <a:ext cx="380232" cy="332598"/>
                  <a:chOff x="6020815" y="5753694"/>
                  <a:chExt cx="380232" cy="332598"/>
                </a:xfrm>
                <a:solidFill>
                  <a:srgbClr val="000000"/>
                </a:solidFill>
              </p:grpSpPr>
              <p:sp>
                <p:nvSpPr>
                  <p:cNvPr id="18" name="任意形状 17">
                    <a:extLst>
                      <a:ext uri="{FF2B5EF4-FFF2-40B4-BE49-F238E27FC236}">
                        <a16:creationId xmlns:a16="http://schemas.microsoft.com/office/drawing/2014/main" id="{233D5434-8850-D5CE-7133-F258319421D5}"/>
                      </a:ext>
                    </a:extLst>
                  </p:cNvPr>
                  <p:cNvSpPr/>
                  <p:nvPr/>
                </p:nvSpPr>
                <p:spPr>
                  <a:xfrm>
                    <a:off x="6228630" y="5753694"/>
                    <a:ext cx="20928" cy="73179"/>
                  </a:xfrm>
                  <a:custGeom>
                    <a:avLst/>
                    <a:gdLst>
                      <a:gd name="csX0" fmla="*/ 298 w 20928"/>
                      <a:gd name="csY0" fmla="*/ 275 h 73179"/>
                      <a:gd name="csX1" fmla="*/ 298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298" y="275"/>
                        </a:moveTo>
                        <a:lnTo>
                          <a:pt x="298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9" name="文本框 18">
                    <a:extLst>
                      <a:ext uri="{FF2B5EF4-FFF2-40B4-BE49-F238E27FC236}">
                        <a16:creationId xmlns:a16="http://schemas.microsoft.com/office/drawing/2014/main" id="{AA7D586F-0B80-9230-1905-25A0973227B1}"/>
                      </a:ext>
                    </a:extLst>
                  </p:cNvPr>
                  <p:cNvSpPr txBox="1"/>
                  <p:nvPr/>
                </p:nvSpPr>
                <p:spPr>
                  <a:xfrm>
                    <a:off x="6020815" y="5824682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0.5</a:t>
                    </a:r>
                  </a:p>
                </p:txBody>
              </p:sp>
            </p:grpSp>
            <p:sp>
              <p:nvSpPr>
                <p:cNvPr id="20" name="文本框 19">
                  <a:extLst>
                    <a:ext uri="{FF2B5EF4-FFF2-40B4-BE49-F238E27FC236}">
                      <a16:creationId xmlns:a16="http://schemas.microsoft.com/office/drawing/2014/main" id="{DD993B99-FAFF-F7D6-8C6C-CE465E15A594}"/>
                    </a:ext>
                  </a:extLst>
                </p:cNvPr>
                <p:cNvSpPr txBox="1"/>
                <p:nvPr/>
              </p:nvSpPr>
              <p:spPr>
                <a:xfrm>
                  <a:off x="3692966" y="6065297"/>
                  <a:ext cx="2315057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Exact gene contribution to T48 ΔZ</a:t>
                  </a:r>
                </a:p>
              </p:txBody>
            </p:sp>
          </p:grpSp>
          <p:grpSp>
            <p:nvGrpSpPr>
              <p:cNvPr id="21" name="图形 4">
                <a:extLst>
                  <a:ext uri="{FF2B5EF4-FFF2-40B4-BE49-F238E27FC236}">
                    <a16:creationId xmlns:a16="http://schemas.microsoft.com/office/drawing/2014/main" id="{F9689654-8723-244E-E356-BA5DF86F5678}"/>
                  </a:ext>
                </a:extLst>
              </p:cNvPr>
              <p:cNvGrpSpPr/>
              <p:nvPr/>
            </p:nvGrpSpPr>
            <p:grpSpPr>
              <a:xfrm>
                <a:off x="1090241" y="1587800"/>
                <a:ext cx="2517195" cy="4028697"/>
                <a:chOff x="1090241" y="1587800"/>
                <a:chExt cx="2517195" cy="4028697"/>
              </a:xfrm>
              <a:solidFill>
                <a:srgbClr val="000000"/>
              </a:solidFill>
            </p:grpSpPr>
            <p:grpSp>
              <p:nvGrpSpPr>
                <p:cNvPr id="22" name="图形 4">
                  <a:extLst>
                    <a:ext uri="{FF2B5EF4-FFF2-40B4-BE49-F238E27FC236}">
                      <a16:creationId xmlns:a16="http://schemas.microsoft.com/office/drawing/2014/main" id="{713439F6-9C79-AB22-8569-1FECB142A509}"/>
                    </a:ext>
                  </a:extLst>
                </p:cNvPr>
                <p:cNvGrpSpPr/>
                <p:nvPr/>
              </p:nvGrpSpPr>
              <p:grpSpPr>
                <a:xfrm>
                  <a:off x="1815807" y="1587800"/>
                  <a:ext cx="1791629" cy="246221"/>
                  <a:chOff x="1815807" y="1587800"/>
                  <a:chExt cx="1791629" cy="246221"/>
                </a:xfrm>
                <a:solidFill>
                  <a:srgbClr val="000000"/>
                </a:solidFill>
              </p:grpSpPr>
              <p:sp>
                <p:nvSpPr>
                  <p:cNvPr id="23" name="任意形状 22">
                    <a:extLst>
                      <a:ext uri="{FF2B5EF4-FFF2-40B4-BE49-F238E27FC236}">
                        <a16:creationId xmlns:a16="http://schemas.microsoft.com/office/drawing/2014/main" id="{1E35F04A-9E63-71E3-BE54-C854A0AEA743}"/>
                      </a:ext>
                    </a:extLst>
                  </p:cNvPr>
                  <p:cNvSpPr/>
                  <p:nvPr/>
                </p:nvSpPr>
                <p:spPr>
                  <a:xfrm>
                    <a:off x="3534186" y="1704819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82 h 20908"/>
                      <a:gd name="csX1" fmla="*/ 172 w 73250"/>
                      <a:gd name="csY1" fmla="*/ 82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82"/>
                        </a:moveTo>
                        <a:lnTo>
                          <a:pt x="172" y="82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24" name="文本框 23">
                    <a:extLst>
                      <a:ext uri="{FF2B5EF4-FFF2-40B4-BE49-F238E27FC236}">
                        <a16:creationId xmlns:a16="http://schemas.microsoft.com/office/drawing/2014/main" id="{F5564596-043B-7C0E-E722-C570839DA91F}"/>
                      </a:ext>
                    </a:extLst>
                  </p:cNvPr>
                  <p:cNvSpPr txBox="1"/>
                  <p:nvPr/>
                </p:nvSpPr>
                <p:spPr>
                  <a:xfrm>
                    <a:off x="1815807" y="1587800"/>
                    <a:ext cx="1686680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SIG001 Sepsis MetaScore</a:t>
                    </a:r>
                  </a:p>
                </p:txBody>
              </p:sp>
            </p:grpSp>
            <p:grpSp>
              <p:nvGrpSpPr>
                <p:cNvPr id="25" name="图形 4">
                  <a:extLst>
                    <a:ext uri="{FF2B5EF4-FFF2-40B4-BE49-F238E27FC236}">
                      <a16:creationId xmlns:a16="http://schemas.microsoft.com/office/drawing/2014/main" id="{D6A3F8C3-954C-5752-B14D-A1207D51DEF9}"/>
                    </a:ext>
                  </a:extLst>
                </p:cNvPr>
                <p:cNvGrpSpPr/>
                <p:nvPr/>
              </p:nvGrpSpPr>
              <p:grpSpPr>
                <a:xfrm>
                  <a:off x="2028262" y="2128156"/>
                  <a:ext cx="1579174" cy="246221"/>
                  <a:chOff x="2028262" y="2128156"/>
                  <a:chExt cx="1579174" cy="246221"/>
                </a:xfrm>
                <a:solidFill>
                  <a:srgbClr val="000000"/>
                </a:solidFill>
              </p:grpSpPr>
              <p:sp>
                <p:nvSpPr>
                  <p:cNvPr id="26" name="任意形状 25">
                    <a:extLst>
                      <a:ext uri="{FF2B5EF4-FFF2-40B4-BE49-F238E27FC236}">
                        <a16:creationId xmlns:a16="http://schemas.microsoft.com/office/drawing/2014/main" id="{FB1A7B0F-0427-586D-7FCE-4C6EF7F1B15F}"/>
                      </a:ext>
                    </a:extLst>
                  </p:cNvPr>
                  <p:cNvSpPr/>
                  <p:nvPr/>
                </p:nvSpPr>
                <p:spPr>
                  <a:xfrm>
                    <a:off x="3534186" y="2245179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107 h 20908"/>
                      <a:gd name="csX1" fmla="*/ 172 w 73250"/>
                      <a:gd name="csY1" fmla="*/ 107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107"/>
                        </a:moveTo>
                        <a:lnTo>
                          <a:pt x="172" y="107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27" name="文本框 26">
                    <a:extLst>
                      <a:ext uri="{FF2B5EF4-FFF2-40B4-BE49-F238E27FC236}">
                        <a16:creationId xmlns:a16="http://schemas.microsoft.com/office/drawing/2014/main" id="{6BFD4035-EC1E-126F-D127-B106D47E8060}"/>
                      </a:ext>
                    </a:extLst>
                  </p:cNvPr>
                  <p:cNvSpPr txBox="1"/>
                  <p:nvPr/>
                </p:nvSpPr>
                <p:spPr>
                  <a:xfrm>
                    <a:off x="2028262" y="2128156"/>
                    <a:ext cx="1479892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SIG002 SeptiCyte LAB</a:t>
                    </a:r>
                  </a:p>
                </p:txBody>
              </p:sp>
            </p:grpSp>
            <p:grpSp>
              <p:nvGrpSpPr>
                <p:cNvPr id="28" name="图形 4">
                  <a:extLst>
                    <a:ext uri="{FF2B5EF4-FFF2-40B4-BE49-F238E27FC236}">
                      <a16:creationId xmlns:a16="http://schemas.microsoft.com/office/drawing/2014/main" id="{15545A90-DBDC-741A-AF11-8BFEB9FB7CE9}"/>
                    </a:ext>
                  </a:extLst>
                </p:cNvPr>
                <p:cNvGrpSpPr/>
                <p:nvPr/>
              </p:nvGrpSpPr>
              <p:grpSpPr>
                <a:xfrm>
                  <a:off x="2050344" y="2668516"/>
                  <a:ext cx="1557092" cy="246221"/>
                  <a:chOff x="2050344" y="2668516"/>
                  <a:chExt cx="1557092" cy="246221"/>
                </a:xfrm>
                <a:solidFill>
                  <a:srgbClr val="000000"/>
                </a:solidFill>
              </p:grpSpPr>
              <p:sp>
                <p:nvSpPr>
                  <p:cNvPr id="29" name="任意形状 28">
                    <a:extLst>
                      <a:ext uri="{FF2B5EF4-FFF2-40B4-BE49-F238E27FC236}">
                        <a16:creationId xmlns:a16="http://schemas.microsoft.com/office/drawing/2014/main" id="{82D73E3B-D950-E3FF-5368-D5F5BDD78477}"/>
                      </a:ext>
                    </a:extLst>
                  </p:cNvPr>
                  <p:cNvSpPr/>
                  <p:nvPr/>
                </p:nvSpPr>
                <p:spPr>
                  <a:xfrm>
                    <a:off x="3534186" y="2785518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133 h 20908"/>
                      <a:gd name="csX1" fmla="*/ 172 w 73250"/>
                      <a:gd name="csY1" fmla="*/ 133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133"/>
                        </a:moveTo>
                        <a:lnTo>
                          <a:pt x="172" y="133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30" name="文本框 29">
                    <a:extLst>
                      <a:ext uri="{FF2B5EF4-FFF2-40B4-BE49-F238E27FC236}">
                        <a16:creationId xmlns:a16="http://schemas.microsoft.com/office/drawing/2014/main" id="{76C9CE00-35AE-342C-BB81-C23D9450055C}"/>
                      </a:ext>
                    </a:extLst>
                  </p:cNvPr>
                  <p:cNvSpPr txBox="1"/>
                  <p:nvPr/>
                </p:nvSpPr>
                <p:spPr>
                  <a:xfrm>
                    <a:off x="2050344" y="2668516"/>
                    <a:ext cx="1467068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SIG003 FAIM3:PLAC8</a:t>
                    </a:r>
                  </a:p>
                </p:txBody>
              </p:sp>
            </p:grpSp>
            <p:grpSp>
              <p:nvGrpSpPr>
                <p:cNvPr id="31" name="图形 4">
                  <a:extLst>
                    <a:ext uri="{FF2B5EF4-FFF2-40B4-BE49-F238E27FC236}">
                      <a16:creationId xmlns:a16="http://schemas.microsoft.com/office/drawing/2014/main" id="{9DA4A8BF-E9CD-E5C8-0A9C-96884CF0000C}"/>
                    </a:ext>
                  </a:extLst>
                </p:cNvPr>
                <p:cNvGrpSpPr/>
                <p:nvPr/>
              </p:nvGrpSpPr>
              <p:grpSpPr>
                <a:xfrm>
                  <a:off x="2600023" y="3208856"/>
                  <a:ext cx="1007413" cy="246221"/>
                  <a:chOff x="2600023" y="3208856"/>
                  <a:chExt cx="1007413" cy="246221"/>
                </a:xfrm>
                <a:solidFill>
                  <a:srgbClr val="000000"/>
                </a:solidFill>
              </p:grpSpPr>
              <p:sp>
                <p:nvSpPr>
                  <p:cNvPr id="32" name="任意形状 31">
                    <a:extLst>
                      <a:ext uri="{FF2B5EF4-FFF2-40B4-BE49-F238E27FC236}">
                        <a16:creationId xmlns:a16="http://schemas.microsoft.com/office/drawing/2014/main" id="{0051A7C6-4090-69C9-1733-9E58948D67EA}"/>
                      </a:ext>
                    </a:extLst>
                  </p:cNvPr>
                  <p:cNvSpPr/>
                  <p:nvPr/>
                </p:nvSpPr>
                <p:spPr>
                  <a:xfrm>
                    <a:off x="3534186" y="3325879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159 h 20908"/>
                      <a:gd name="csX1" fmla="*/ 172 w 73250"/>
                      <a:gd name="csY1" fmla="*/ 159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159"/>
                        </a:moveTo>
                        <a:lnTo>
                          <a:pt x="172" y="159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33" name="文本框 32">
                    <a:extLst>
                      <a:ext uri="{FF2B5EF4-FFF2-40B4-BE49-F238E27FC236}">
                        <a16:creationId xmlns:a16="http://schemas.microsoft.com/office/drawing/2014/main" id="{2A6DC299-1AC1-A999-69A4-245458C1A9EA}"/>
                      </a:ext>
                    </a:extLst>
                  </p:cNvPr>
                  <p:cNvSpPr txBox="1"/>
                  <p:nvPr/>
                </p:nvSpPr>
                <p:spPr>
                  <a:xfrm>
                    <a:off x="2600023" y="3208856"/>
                    <a:ext cx="928459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SIG004 sNIP</a:t>
                    </a:r>
                  </a:p>
                </p:txBody>
              </p:sp>
            </p:grpSp>
            <p:grpSp>
              <p:nvGrpSpPr>
                <p:cNvPr id="34" name="图形 4">
                  <a:extLst>
                    <a:ext uri="{FF2B5EF4-FFF2-40B4-BE49-F238E27FC236}">
                      <a16:creationId xmlns:a16="http://schemas.microsoft.com/office/drawing/2014/main" id="{8F1B5B19-CC9F-150C-AB4F-749993563BF4}"/>
                    </a:ext>
                  </a:extLst>
                </p:cNvPr>
                <p:cNvGrpSpPr/>
                <p:nvPr/>
              </p:nvGrpSpPr>
              <p:grpSpPr>
                <a:xfrm>
                  <a:off x="1400554" y="3749216"/>
                  <a:ext cx="2206882" cy="246221"/>
                  <a:chOff x="1400554" y="3749216"/>
                  <a:chExt cx="2206882" cy="246221"/>
                </a:xfrm>
                <a:solidFill>
                  <a:srgbClr val="000000"/>
                </a:solidFill>
              </p:grpSpPr>
              <p:sp>
                <p:nvSpPr>
                  <p:cNvPr id="35" name="任意形状 34">
                    <a:extLst>
                      <a:ext uri="{FF2B5EF4-FFF2-40B4-BE49-F238E27FC236}">
                        <a16:creationId xmlns:a16="http://schemas.microsoft.com/office/drawing/2014/main" id="{CB77DEFE-D702-8EB7-BC90-AB359B9E8C82}"/>
                      </a:ext>
                    </a:extLst>
                  </p:cNvPr>
                  <p:cNvSpPr/>
                  <p:nvPr/>
                </p:nvSpPr>
                <p:spPr>
                  <a:xfrm>
                    <a:off x="3534186" y="3866239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185 h 20908"/>
                      <a:gd name="csX1" fmla="*/ 172 w 73250"/>
                      <a:gd name="csY1" fmla="*/ 185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185"/>
                        </a:moveTo>
                        <a:lnTo>
                          <a:pt x="172" y="18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36" name="文本框 35">
                    <a:extLst>
                      <a:ext uri="{FF2B5EF4-FFF2-40B4-BE49-F238E27FC236}">
                        <a16:creationId xmlns:a16="http://schemas.microsoft.com/office/drawing/2014/main" id="{FA17CF30-BDAB-4A45-F388-58DC6038584B}"/>
                      </a:ext>
                    </a:extLst>
                  </p:cNvPr>
                  <p:cNvSpPr txBox="1"/>
                  <p:nvPr/>
                </p:nvSpPr>
                <p:spPr>
                  <a:xfrm>
                    <a:off x="1400554" y="3749216"/>
                    <a:ext cx="2092239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SIG022 Bacterial/Viral MetaScore</a:t>
                    </a:r>
                  </a:p>
                </p:txBody>
              </p:sp>
            </p:grpSp>
            <p:grpSp>
              <p:nvGrpSpPr>
                <p:cNvPr id="37" name="图形 4">
                  <a:extLst>
                    <a:ext uri="{FF2B5EF4-FFF2-40B4-BE49-F238E27FC236}">
                      <a16:creationId xmlns:a16="http://schemas.microsoft.com/office/drawing/2014/main" id="{4A553F76-D220-1C58-F4C8-2E47C52228D6}"/>
                    </a:ext>
                  </a:extLst>
                </p:cNvPr>
                <p:cNvGrpSpPr/>
                <p:nvPr/>
              </p:nvGrpSpPr>
              <p:grpSpPr>
                <a:xfrm>
                  <a:off x="1266450" y="4289576"/>
                  <a:ext cx="2340986" cy="246221"/>
                  <a:chOff x="1266450" y="4289576"/>
                  <a:chExt cx="2340986" cy="246221"/>
                </a:xfrm>
                <a:solidFill>
                  <a:srgbClr val="000000"/>
                </a:solidFill>
              </p:grpSpPr>
              <p:sp>
                <p:nvSpPr>
                  <p:cNvPr id="38" name="任意形状 37">
                    <a:extLst>
                      <a:ext uri="{FF2B5EF4-FFF2-40B4-BE49-F238E27FC236}">
                        <a16:creationId xmlns:a16="http://schemas.microsoft.com/office/drawing/2014/main" id="{1CD30639-39E3-E6D3-9CC3-4753C30CF631}"/>
                      </a:ext>
                    </a:extLst>
                  </p:cNvPr>
                  <p:cNvSpPr/>
                  <p:nvPr/>
                </p:nvSpPr>
                <p:spPr>
                  <a:xfrm>
                    <a:off x="3534186" y="4406599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211 h 20908"/>
                      <a:gd name="csX1" fmla="*/ 172 w 73250"/>
                      <a:gd name="csY1" fmla="*/ 211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211"/>
                        </a:moveTo>
                        <a:lnTo>
                          <a:pt x="172" y="211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39" name="文本框 38">
                    <a:extLst>
                      <a:ext uri="{FF2B5EF4-FFF2-40B4-BE49-F238E27FC236}">
                        <a16:creationId xmlns:a16="http://schemas.microsoft.com/office/drawing/2014/main" id="{34793618-0D7D-BE32-5B37-0FC5529B34B9}"/>
                      </a:ext>
                    </a:extLst>
                  </p:cNvPr>
                  <p:cNvSpPr txBox="1"/>
                  <p:nvPr/>
                </p:nvSpPr>
                <p:spPr>
                  <a:xfrm>
                    <a:off x="1266450" y="4289576"/>
                    <a:ext cx="2222083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SIG023 Herberg two-transcript DRS</a:t>
                    </a:r>
                  </a:p>
                </p:txBody>
              </p:sp>
            </p:grpSp>
            <p:grpSp>
              <p:nvGrpSpPr>
                <p:cNvPr id="40" name="图形 4">
                  <a:extLst>
                    <a:ext uri="{FF2B5EF4-FFF2-40B4-BE49-F238E27FC236}">
                      <a16:creationId xmlns:a16="http://schemas.microsoft.com/office/drawing/2014/main" id="{4F5F857C-3954-4ACA-97AD-EC7F3A9C7791}"/>
                    </a:ext>
                  </a:extLst>
                </p:cNvPr>
                <p:cNvGrpSpPr/>
                <p:nvPr/>
              </p:nvGrpSpPr>
              <p:grpSpPr>
                <a:xfrm>
                  <a:off x="1090241" y="4829936"/>
                  <a:ext cx="2517195" cy="246221"/>
                  <a:chOff x="1090241" y="4829936"/>
                  <a:chExt cx="2517195" cy="246221"/>
                </a:xfrm>
                <a:solidFill>
                  <a:srgbClr val="000000"/>
                </a:solidFill>
              </p:grpSpPr>
              <p:sp>
                <p:nvSpPr>
                  <p:cNvPr id="41" name="任意形状 40">
                    <a:extLst>
                      <a:ext uri="{FF2B5EF4-FFF2-40B4-BE49-F238E27FC236}">
                        <a16:creationId xmlns:a16="http://schemas.microsoft.com/office/drawing/2014/main" id="{92769C3E-DBF7-EC6E-372F-85E505BCA853}"/>
                      </a:ext>
                    </a:extLst>
                  </p:cNvPr>
                  <p:cNvSpPr/>
                  <p:nvPr/>
                </p:nvSpPr>
                <p:spPr>
                  <a:xfrm>
                    <a:off x="3534186" y="4946938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237 h 20908"/>
                      <a:gd name="csX1" fmla="*/ 172 w 73250"/>
                      <a:gd name="csY1" fmla="*/ 237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237"/>
                        </a:moveTo>
                        <a:lnTo>
                          <a:pt x="172" y="237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42" name="文本框 41">
                    <a:extLst>
                      <a:ext uri="{FF2B5EF4-FFF2-40B4-BE49-F238E27FC236}">
                        <a16:creationId xmlns:a16="http://schemas.microsoft.com/office/drawing/2014/main" id="{FF37D1D2-418B-A808-DC9E-1AA04A9B35AE}"/>
                      </a:ext>
                    </a:extLst>
                  </p:cNvPr>
                  <p:cNvSpPr txBox="1"/>
                  <p:nvPr/>
                </p:nvSpPr>
                <p:spPr>
                  <a:xfrm>
                    <a:off x="1090241" y="4829936"/>
                    <a:ext cx="2388795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SIG033 Lin seven-gene mortality score</a:t>
                    </a:r>
                  </a:p>
                </p:txBody>
              </p:sp>
            </p:grpSp>
            <p:grpSp>
              <p:nvGrpSpPr>
                <p:cNvPr id="43" name="图形 4">
                  <a:extLst>
                    <a:ext uri="{FF2B5EF4-FFF2-40B4-BE49-F238E27FC236}">
                      <a16:creationId xmlns:a16="http://schemas.microsoft.com/office/drawing/2014/main" id="{36FDCC52-EDB4-C575-6B74-D8418323CDBA}"/>
                    </a:ext>
                  </a:extLst>
                </p:cNvPr>
                <p:cNvGrpSpPr/>
                <p:nvPr/>
              </p:nvGrpSpPr>
              <p:grpSpPr>
                <a:xfrm>
                  <a:off x="1662131" y="5370276"/>
                  <a:ext cx="1945305" cy="246221"/>
                  <a:chOff x="1662131" y="5370276"/>
                  <a:chExt cx="1945305" cy="246221"/>
                </a:xfrm>
                <a:solidFill>
                  <a:srgbClr val="000000"/>
                </a:solidFill>
              </p:grpSpPr>
              <p:sp>
                <p:nvSpPr>
                  <p:cNvPr id="44" name="任意形状 43">
                    <a:extLst>
                      <a:ext uri="{FF2B5EF4-FFF2-40B4-BE49-F238E27FC236}">
                        <a16:creationId xmlns:a16="http://schemas.microsoft.com/office/drawing/2014/main" id="{1C10E4F7-D57A-6D9C-9BF1-72FB4BA07F8C}"/>
                      </a:ext>
                    </a:extLst>
                  </p:cNvPr>
                  <p:cNvSpPr/>
                  <p:nvPr/>
                </p:nvSpPr>
                <p:spPr>
                  <a:xfrm>
                    <a:off x="3534186" y="5487299"/>
                    <a:ext cx="73250" cy="20908"/>
                  </a:xfrm>
                  <a:custGeom>
                    <a:avLst/>
                    <a:gdLst>
                      <a:gd name="csX0" fmla="*/ 73423 w 73250"/>
                      <a:gd name="csY0" fmla="*/ 262 h 20908"/>
                      <a:gd name="csX1" fmla="*/ 172 w 73250"/>
                      <a:gd name="csY1" fmla="*/ 262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423" y="262"/>
                        </a:moveTo>
                        <a:lnTo>
                          <a:pt x="172" y="262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45" name="文本框 44">
                    <a:extLst>
                      <a:ext uri="{FF2B5EF4-FFF2-40B4-BE49-F238E27FC236}">
                        <a16:creationId xmlns:a16="http://schemas.microsoft.com/office/drawing/2014/main" id="{61DCD370-46B8-B7EC-3714-D00C594F838D}"/>
                      </a:ext>
                    </a:extLst>
                  </p:cNvPr>
                  <p:cNvSpPr txBox="1"/>
                  <p:nvPr/>
                </p:nvSpPr>
                <p:spPr>
                  <a:xfrm>
                    <a:off x="1662131" y="5370276"/>
                    <a:ext cx="1838965" cy="246221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0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SIG034 Severe-or-Mild score</a:t>
                    </a:r>
                  </a:p>
                </p:txBody>
              </p:sp>
            </p:grpSp>
          </p:grpSp>
          <p:sp>
            <p:nvSpPr>
              <p:cNvPr id="46" name="任意形状 45">
                <a:extLst>
                  <a:ext uri="{FF2B5EF4-FFF2-40B4-BE49-F238E27FC236}">
                    <a16:creationId xmlns:a16="http://schemas.microsoft.com/office/drawing/2014/main" id="{2D717F04-E4EA-C1D5-7A99-480AD510791A}"/>
                  </a:ext>
                </a:extLst>
              </p:cNvPr>
              <p:cNvSpPr/>
              <p:nvPr/>
            </p:nvSpPr>
            <p:spPr>
              <a:xfrm>
                <a:off x="4581248" y="1775063"/>
                <a:ext cx="557226" cy="20908"/>
              </a:xfrm>
              <a:custGeom>
                <a:avLst/>
                <a:gdLst>
                  <a:gd name="csX0" fmla="*/ 0 w 557226"/>
                  <a:gd name="csY0" fmla="*/ 0 h 20908"/>
                  <a:gd name="csX1" fmla="*/ 557226 w 557226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57226" h="20908">
                    <a:moveTo>
                      <a:pt x="0" y="0"/>
                    </a:moveTo>
                    <a:lnTo>
                      <a:pt x="557226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47" name="任意形状 46">
                <a:extLst>
                  <a:ext uri="{FF2B5EF4-FFF2-40B4-BE49-F238E27FC236}">
                    <a16:creationId xmlns:a16="http://schemas.microsoft.com/office/drawing/2014/main" id="{E79F0BA6-5CF9-5262-85C4-9CC4E668E03B}"/>
                  </a:ext>
                </a:extLst>
              </p:cNvPr>
              <p:cNvSpPr/>
              <p:nvPr/>
            </p:nvSpPr>
            <p:spPr>
              <a:xfrm>
                <a:off x="4842669" y="1634572"/>
                <a:ext cx="446806" cy="20908"/>
              </a:xfrm>
              <a:custGeom>
                <a:avLst/>
                <a:gdLst>
                  <a:gd name="csX0" fmla="*/ 0 w 446806"/>
                  <a:gd name="csY0" fmla="*/ 0 h 20908"/>
                  <a:gd name="csX1" fmla="*/ 446807 w 446806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46806" h="20908">
                    <a:moveTo>
                      <a:pt x="0" y="0"/>
                    </a:moveTo>
                    <a:lnTo>
                      <a:pt x="446807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48" name="任意形状 47">
                <a:extLst>
                  <a:ext uri="{FF2B5EF4-FFF2-40B4-BE49-F238E27FC236}">
                    <a16:creationId xmlns:a16="http://schemas.microsoft.com/office/drawing/2014/main" id="{98CC9080-FDCE-442C-6A4D-E8DE2BE6ED73}"/>
                  </a:ext>
                </a:extLst>
              </p:cNvPr>
              <p:cNvSpPr/>
              <p:nvPr/>
            </p:nvSpPr>
            <p:spPr>
              <a:xfrm>
                <a:off x="3738471" y="2315411"/>
                <a:ext cx="941393" cy="20908"/>
              </a:xfrm>
              <a:custGeom>
                <a:avLst/>
                <a:gdLst>
                  <a:gd name="csX0" fmla="*/ 0 w 941393"/>
                  <a:gd name="csY0" fmla="*/ 0 h 20908"/>
                  <a:gd name="csX1" fmla="*/ 941394 w 941393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41393" h="20908">
                    <a:moveTo>
                      <a:pt x="0" y="0"/>
                    </a:moveTo>
                    <a:lnTo>
                      <a:pt x="941394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49" name="任意形状 48">
                <a:extLst>
                  <a:ext uri="{FF2B5EF4-FFF2-40B4-BE49-F238E27FC236}">
                    <a16:creationId xmlns:a16="http://schemas.microsoft.com/office/drawing/2014/main" id="{C2CC83AF-E15F-D80A-94A6-D18767E4A43D}"/>
                  </a:ext>
                </a:extLst>
              </p:cNvPr>
              <p:cNvSpPr/>
              <p:nvPr/>
            </p:nvSpPr>
            <p:spPr>
              <a:xfrm>
                <a:off x="5142012" y="2174926"/>
                <a:ext cx="917074" cy="20908"/>
              </a:xfrm>
              <a:custGeom>
                <a:avLst/>
                <a:gdLst>
                  <a:gd name="csX0" fmla="*/ 0 w 917074"/>
                  <a:gd name="csY0" fmla="*/ 0 h 20908"/>
                  <a:gd name="csX1" fmla="*/ 917074 w 917074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917074" h="20908">
                    <a:moveTo>
                      <a:pt x="0" y="0"/>
                    </a:moveTo>
                    <a:lnTo>
                      <a:pt x="917074" y="0"/>
                    </a:lnTo>
                  </a:path>
                </a:pathLst>
              </a:custGeom>
              <a:noFill/>
              <a:ln w="28241" cap="sq">
                <a:solidFill>
                  <a:srgbClr val="B24745"/>
                </a:solidFill>
                <a:prstDash val="solid"/>
                <a:round/>
              </a:ln>
            </p:spPr>
          </p:sp>
          <p:sp>
            <p:nvSpPr>
              <p:cNvPr id="50" name="任意形状 49">
                <a:extLst>
                  <a:ext uri="{FF2B5EF4-FFF2-40B4-BE49-F238E27FC236}">
                    <a16:creationId xmlns:a16="http://schemas.microsoft.com/office/drawing/2014/main" id="{66ABA145-3172-5566-C8FA-A88F5EC29EC2}"/>
                  </a:ext>
                </a:extLst>
              </p:cNvPr>
              <p:cNvSpPr/>
              <p:nvPr/>
            </p:nvSpPr>
            <p:spPr>
              <a:xfrm>
                <a:off x="4049890" y="2855771"/>
                <a:ext cx="592888" cy="20908"/>
              </a:xfrm>
              <a:custGeom>
                <a:avLst/>
                <a:gdLst>
                  <a:gd name="csX0" fmla="*/ 0 w 592888"/>
                  <a:gd name="csY0" fmla="*/ 0 h 20908"/>
                  <a:gd name="csX1" fmla="*/ 592889 w 592888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92888" h="20908">
                    <a:moveTo>
                      <a:pt x="0" y="0"/>
                    </a:moveTo>
                    <a:lnTo>
                      <a:pt x="592889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51" name="任意形状 50">
                <a:extLst>
                  <a:ext uri="{FF2B5EF4-FFF2-40B4-BE49-F238E27FC236}">
                    <a16:creationId xmlns:a16="http://schemas.microsoft.com/office/drawing/2014/main" id="{C00B4FA1-D24D-2460-2E20-C6E69098C35E}"/>
                  </a:ext>
                </a:extLst>
              </p:cNvPr>
              <p:cNvSpPr/>
              <p:nvPr/>
            </p:nvSpPr>
            <p:spPr>
              <a:xfrm>
                <a:off x="4273722" y="2715287"/>
                <a:ext cx="789681" cy="20908"/>
              </a:xfrm>
              <a:custGeom>
                <a:avLst/>
                <a:gdLst>
                  <a:gd name="csX0" fmla="*/ 0 w 789681"/>
                  <a:gd name="csY0" fmla="*/ 0 h 20908"/>
                  <a:gd name="csX1" fmla="*/ 789682 w 789681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89681" h="20908">
                    <a:moveTo>
                      <a:pt x="0" y="0"/>
                    </a:moveTo>
                    <a:lnTo>
                      <a:pt x="789682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52" name="任意形状 51">
                <a:extLst>
                  <a:ext uri="{FF2B5EF4-FFF2-40B4-BE49-F238E27FC236}">
                    <a16:creationId xmlns:a16="http://schemas.microsoft.com/office/drawing/2014/main" id="{F740A241-B355-9C8B-D756-A7AE87DA48B0}"/>
                  </a:ext>
                </a:extLst>
              </p:cNvPr>
              <p:cNvSpPr/>
              <p:nvPr/>
            </p:nvSpPr>
            <p:spPr>
              <a:xfrm>
                <a:off x="5890317" y="3396131"/>
                <a:ext cx="464617" cy="20908"/>
              </a:xfrm>
              <a:custGeom>
                <a:avLst/>
                <a:gdLst>
                  <a:gd name="csX0" fmla="*/ 0 w 464617"/>
                  <a:gd name="csY0" fmla="*/ 0 h 20908"/>
                  <a:gd name="csX1" fmla="*/ 464617 w 464617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64617" h="20908">
                    <a:moveTo>
                      <a:pt x="0" y="0"/>
                    </a:moveTo>
                    <a:lnTo>
                      <a:pt x="464617" y="0"/>
                    </a:lnTo>
                  </a:path>
                </a:pathLst>
              </a:custGeom>
              <a:noFill/>
              <a:ln w="28241" cap="sq">
                <a:solidFill>
                  <a:srgbClr val="B24745"/>
                </a:solidFill>
                <a:prstDash val="solid"/>
                <a:round/>
              </a:ln>
            </p:spPr>
          </p:sp>
          <p:sp>
            <p:nvSpPr>
              <p:cNvPr id="53" name="任意形状 52">
                <a:extLst>
                  <a:ext uri="{FF2B5EF4-FFF2-40B4-BE49-F238E27FC236}">
                    <a16:creationId xmlns:a16="http://schemas.microsoft.com/office/drawing/2014/main" id="{BCE0406A-3E43-CF18-CCB7-B767C05DD2FF}"/>
                  </a:ext>
                </a:extLst>
              </p:cNvPr>
              <p:cNvSpPr/>
              <p:nvPr/>
            </p:nvSpPr>
            <p:spPr>
              <a:xfrm>
                <a:off x="5607110" y="3255626"/>
                <a:ext cx="751863" cy="20908"/>
              </a:xfrm>
              <a:custGeom>
                <a:avLst/>
                <a:gdLst>
                  <a:gd name="csX0" fmla="*/ 0 w 751863"/>
                  <a:gd name="csY0" fmla="*/ 0 h 20908"/>
                  <a:gd name="csX1" fmla="*/ 751863 w 751863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751863" h="20908">
                    <a:moveTo>
                      <a:pt x="0" y="0"/>
                    </a:moveTo>
                    <a:lnTo>
                      <a:pt x="751863" y="0"/>
                    </a:lnTo>
                  </a:path>
                </a:pathLst>
              </a:custGeom>
              <a:noFill/>
              <a:ln w="28241" cap="sq">
                <a:solidFill>
                  <a:srgbClr val="B24745"/>
                </a:solidFill>
                <a:prstDash val="solid"/>
                <a:round/>
              </a:ln>
            </p:spPr>
          </p:sp>
          <p:sp>
            <p:nvSpPr>
              <p:cNvPr id="54" name="任意形状 53">
                <a:extLst>
                  <a:ext uri="{FF2B5EF4-FFF2-40B4-BE49-F238E27FC236}">
                    <a16:creationId xmlns:a16="http://schemas.microsoft.com/office/drawing/2014/main" id="{F5842BA4-99BA-53A3-2117-D488B79D79D5}"/>
                  </a:ext>
                </a:extLst>
              </p:cNvPr>
              <p:cNvSpPr/>
              <p:nvPr/>
            </p:nvSpPr>
            <p:spPr>
              <a:xfrm>
                <a:off x="5395731" y="3936492"/>
                <a:ext cx="317823" cy="20908"/>
              </a:xfrm>
              <a:custGeom>
                <a:avLst/>
                <a:gdLst>
                  <a:gd name="csX0" fmla="*/ 0 w 317823"/>
                  <a:gd name="csY0" fmla="*/ 0 h 20908"/>
                  <a:gd name="csX1" fmla="*/ 317823 w 317823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317823" h="20908">
                    <a:moveTo>
                      <a:pt x="0" y="0"/>
                    </a:moveTo>
                    <a:lnTo>
                      <a:pt x="317823" y="0"/>
                    </a:lnTo>
                  </a:path>
                </a:pathLst>
              </a:custGeom>
              <a:noFill/>
              <a:ln w="28241" cap="sq">
                <a:solidFill>
                  <a:srgbClr val="B24745"/>
                </a:solidFill>
                <a:prstDash val="solid"/>
                <a:round/>
              </a:ln>
            </p:spPr>
          </p:sp>
          <p:sp>
            <p:nvSpPr>
              <p:cNvPr id="55" name="任意形状 54">
                <a:extLst>
                  <a:ext uri="{FF2B5EF4-FFF2-40B4-BE49-F238E27FC236}">
                    <a16:creationId xmlns:a16="http://schemas.microsoft.com/office/drawing/2014/main" id="{9F1CC6B8-E0EA-FA2A-9482-29D8A92C2829}"/>
                  </a:ext>
                </a:extLst>
              </p:cNvPr>
              <p:cNvSpPr/>
              <p:nvPr/>
            </p:nvSpPr>
            <p:spPr>
              <a:xfrm>
                <a:off x="4826240" y="3795986"/>
                <a:ext cx="534246" cy="20908"/>
              </a:xfrm>
              <a:custGeom>
                <a:avLst/>
                <a:gdLst>
                  <a:gd name="csX0" fmla="*/ 0 w 534246"/>
                  <a:gd name="csY0" fmla="*/ 0 h 20908"/>
                  <a:gd name="csX1" fmla="*/ 534247 w 534246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34246" h="20908">
                    <a:moveTo>
                      <a:pt x="0" y="0"/>
                    </a:moveTo>
                    <a:lnTo>
                      <a:pt x="534247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56" name="任意形状 55">
                <a:extLst>
                  <a:ext uri="{FF2B5EF4-FFF2-40B4-BE49-F238E27FC236}">
                    <a16:creationId xmlns:a16="http://schemas.microsoft.com/office/drawing/2014/main" id="{5398BE2F-A63F-2E39-F7FB-37B19E7B2461}"/>
                  </a:ext>
                </a:extLst>
              </p:cNvPr>
              <p:cNvSpPr/>
              <p:nvPr/>
            </p:nvSpPr>
            <p:spPr>
              <a:xfrm>
                <a:off x="4839425" y="4476831"/>
                <a:ext cx="518906" cy="20908"/>
              </a:xfrm>
              <a:custGeom>
                <a:avLst/>
                <a:gdLst>
                  <a:gd name="csX0" fmla="*/ 0 w 518906"/>
                  <a:gd name="csY0" fmla="*/ 0 h 20908"/>
                  <a:gd name="csX1" fmla="*/ 518906 w 518906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18906" h="20908">
                    <a:moveTo>
                      <a:pt x="0" y="0"/>
                    </a:moveTo>
                    <a:lnTo>
                      <a:pt x="518906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57" name="任意形状 56">
                <a:extLst>
                  <a:ext uri="{FF2B5EF4-FFF2-40B4-BE49-F238E27FC236}">
                    <a16:creationId xmlns:a16="http://schemas.microsoft.com/office/drawing/2014/main" id="{AC7FFA30-76C1-E8E2-F65E-E411275D6390}"/>
                  </a:ext>
                </a:extLst>
              </p:cNvPr>
              <p:cNvSpPr/>
              <p:nvPr/>
            </p:nvSpPr>
            <p:spPr>
              <a:xfrm>
                <a:off x="5144482" y="4336346"/>
                <a:ext cx="497998" cy="20908"/>
              </a:xfrm>
              <a:custGeom>
                <a:avLst/>
                <a:gdLst>
                  <a:gd name="csX0" fmla="*/ 0 w 497998"/>
                  <a:gd name="csY0" fmla="*/ 0 h 20908"/>
                  <a:gd name="csX1" fmla="*/ 497999 w 497998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497998" h="20908">
                    <a:moveTo>
                      <a:pt x="0" y="0"/>
                    </a:moveTo>
                    <a:lnTo>
                      <a:pt x="497999" y="0"/>
                    </a:lnTo>
                  </a:path>
                </a:pathLst>
              </a:custGeom>
              <a:noFill/>
              <a:ln w="28241" cap="sq">
                <a:solidFill>
                  <a:srgbClr val="B24745"/>
                </a:solidFill>
                <a:prstDash val="solid"/>
                <a:round/>
              </a:ln>
            </p:spPr>
          </p:sp>
          <p:sp>
            <p:nvSpPr>
              <p:cNvPr id="58" name="任意形状 57">
                <a:extLst>
                  <a:ext uri="{FF2B5EF4-FFF2-40B4-BE49-F238E27FC236}">
                    <a16:creationId xmlns:a16="http://schemas.microsoft.com/office/drawing/2014/main" id="{51BF2502-A3C6-2606-F3E5-37B713413FDC}"/>
                  </a:ext>
                </a:extLst>
              </p:cNvPr>
              <p:cNvSpPr/>
              <p:nvPr/>
            </p:nvSpPr>
            <p:spPr>
              <a:xfrm>
                <a:off x="4680932" y="5017191"/>
                <a:ext cx="573299" cy="20908"/>
              </a:xfrm>
              <a:custGeom>
                <a:avLst/>
                <a:gdLst>
                  <a:gd name="csX0" fmla="*/ 0 w 573299"/>
                  <a:gd name="csY0" fmla="*/ 0 h 20908"/>
                  <a:gd name="csX1" fmla="*/ 573300 w 573299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573299" h="20908">
                    <a:moveTo>
                      <a:pt x="0" y="0"/>
                    </a:moveTo>
                    <a:lnTo>
                      <a:pt x="573300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59" name="任意形状 58">
                <a:extLst>
                  <a:ext uri="{FF2B5EF4-FFF2-40B4-BE49-F238E27FC236}">
                    <a16:creationId xmlns:a16="http://schemas.microsoft.com/office/drawing/2014/main" id="{D77A2A89-E0B5-EEC1-ED5C-395FEECD9CEA}"/>
                  </a:ext>
                </a:extLst>
              </p:cNvPr>
              <p:cNvSpPr/>
              <p:nvPr/>
            </p:nvSpPr>
            <p:spPr>
              <a:xfrm>
                <a:off x="4605358" y="4876707"/>
                <a:ext cx="806822" cy="20908"/>
              </a:xfrm>
              <a:custGeom>
                <a:avLst/>
                <a:gdLst>
                  <a:gd name="csX0" fmla="*/ 0 w 806822"/>
                  <a:gd name="csY0" fmla="*/ 0 h 20908"/>
                  <a:gd name="csX1" fmla="*/ 806822 w 806822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806822" h="20908">
                    <a:moveTo>
                      <a:pt x="0" y="0"/>
                    </a:moveTo>
                    <a:lnTo>
                      <a:pt x="806822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60" name="任意形状 59">
                <a:extLst>
                  <a:ext uri="{FF2B5EF4-FFF2-40B4-BE49-F238E27FC236}">
                    <a16:creationId xmlns:a16="http://schemas.microsoft.com/office/drawing/2014/main" id="{DDA8CA88-B000-1CE7-91A9-F4762EE71585}"/>
                  </a:ext>
                </a:extLst>
              </p:cNvPr>
              <p:cNvSpPr/>
              <p:nvPr/>
            </p:nvSpPr>
            <p:spPr>
              <a:xfrm>
                <a:off x="5384471" y="5557551"/>
                <a:ext cx="164603" cy="20908"/>
              </a:xfrm>
              <a:custGeom>
                <a:avLst/>
                <a:gdLst>
                  <a:gd name="csX0" fmla="*/ 0 w 164603"/>
                  <a:gd name="csY0" fmla="*/ 0 h 20908"/>
                  <a:gd name="csX1" fmla="*/ 164604 w 164603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164603" h="20908">
                    <a:moveTo>
                      <a:pt x="0" y="0"/>
                    </a:moveTo>
                    <a:lnTo>
                      <a:pt x="164604" y="0"/>
                    </a:lnTo>
                  </a:path>
                </a:pathLst>
              </a:custGeom>
              <a:noFill/>
              <a:ln w="28241" cap="sq">
                <a:solidFill>
                  <a:srgbClr val="B24745"/>
                </a:solidFill>
                <a:prstDash val="solid"/>
                <a:round/>
              </a:ln>
            </p:spPr>
          </p:sp>
          <p:sp>
            <p:nvSpPr>
              <p:cNvPr id="61" name="任意形状 60">
                <a:extLst>
                  <a:ext uri="{FF2B5EF4-FFF2-40B4-BE49-F238E27FC236}">
                    <a16:creationId xmlns:a16="http://schemas.microsoft.com/office/drawing/2014/main" id="{7EA2913F-316C-D831-3786-A6D57AC47F12}"/>
                  </a:ext>
                </a:extLst>
              </p:cNvPr>
              <p:cNvSpPr/>
              <p:nvPr/>
            </p:nvSpPr>
            <p:spPr>
              <a:xfrm>
                <a:off x="5102038" y="5417046"/>
                <a:ext cx="235280" cy="20908"/>
              </a:xfrm>
              <a:custGeom>
                <a:avLst/>
                <a:gdLst>
                  <a:gd name="csX0" fmla="*/ 0 w 235280"/>
                  <a:gd name="csY0" fmla="*/ 0 h 20908"/>
                  <a:gd name="csX1" fmla="*/ 235280 w 235280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35280" h="20908">
                    <a:moveTo>
                      <a:pt x="0" y="0"/>
                    </a:moveTo>
                    <a:lnTo>
                      <a:pt x="235280" y="0"/>
                    </a:lnTo>
                  </a:path>
                </a:pathLst>
              </a:custGeom>
              <a:noFill/>
              <a:ln w="28241" cap="sq">
                <a:solidFill>
                  <a:srgbClr val="2F6B8A"/>
                </a:solidFill>
                <a:prstDash val="solid"/>
                <a:round/>
              </a:ln>
            </p:spPr>
          </p:sp>
          <p:sp>
            <p:nvSpPr>
              <p:cNvPr id="62" name="任意形状 61">
                <a:extLst>
                  <a:ext uri="{FF2B5EF4-FFF2-40B4-BE49-F238E27FC236}">
                    <a16:creationId xmlns:a16="http://schemas.microsoft.com/office/drawing/2014/main" id="{13385568-24C6-4384-4706-98506C12152D}"/>
                  </a:ext>
                </a:extLst>
              </p:cNvPr>
              <p:cNvSpPr/>
              <p:nvPr/>
            </p:nvSpPr>
            <p:spPr>
              <a:xfrm>
                <a:off x="5320952" y="1438423"/>
                <a:ext cx="20928" cy="4315270"/>
              </a:xfrm>
              <a:custGeom>
                <a:avLst/>
                <a:gdLst>
                  <a:gd name="csX0" fmla="*/ 0 w 20928"/>
                  <a:gd name="csY0" fmla="*/ 4315271 h 4315270"/>
                  <a:gd name="csX1" fmla="*/ 0 w 20928"/>
                  <a:gd name="csY1" fmla="*/ 0 h 43152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928" h="4315270">
                    <a:moveTo>
                      <a:pt x="0" y="4315271"/>
                    </a:moveTo>
                    <a:lnTo>
                      <a:pt x="0" y="0"/>
                    </a:lnTo>
                  </a:path>
                </a:pathLst>
              </a:custGeom>
              <a:noFill/>
              <a:ln w="16735" cap="flat">
                <a:solidFill>
                  <a:srgbClr val="777777"/>
                </a:solidFill>
                <a:custDash>
                  <a:ds d="222000" sp="96000"/>
                </a:custDash>
                <a:round/>
              </a:ln>
            </p:spPr>
          </p:sp>
          <p:sp>
            <p:nvSpPr>
              <p:cNvPr id="63" name="任意形状 62">
                <a:extLst>
                  <a:ext uri="{FF2B5EF4-FFF2-40B4-BE49-F238E27FC236}">
                    <a16:creationId xmlns:a16="http://schemas.microsoft.com/office/drawing/2014/main" id="{949E880C-5DD0-A6F8-9CF1-EA3C9AAEBEE8}"/>
                  </a:ext>
                </a:extLst>
              </p:cNvPr>
              <p:cNvSpPr/>
              <p:nvPr/>
            </p:nvSpPr>
            <p:spPr>
              <a:xfrm>
                <a:off x="3607436" y="1438423"/>
                <a:ext cx="20928" cy="4315270"/>
              </a:xfrm>
              <a:custGeom>
                <a:avLst/>
                <a:gdLst>
                  <a:gd name="csX0" fmla="*/ 0 w 20928"/>
                  <a:gd name="csY0" fmla="*/ 4315271 h 4315270"/>
                  <a:gd name="csX1" fmla="*/ 0 w 20928"/>
                  <a:gd name="csY1" fmla="*/ 0 h 43152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928" h="4315270">
                    <a:moveTo>
                      <a:pt x="0" y="4315271"/>
                    </a:moveTo>
                    <a:lnTo>
                      <a:pt x="0" y="0"/>
                    </a:lnTo>
                  </a:path>
                </a:pathLst>
              </a:custGeom>
              <a:noFill/>
              <a:ln w="1673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4" name="任意形状 63">
                <a:extLst>
                  <a:ext uri="{FF2B5EF4-FFF2-40B4-BE49-F238E27FC236}">
                    <a16:creationId xmlns:a16="http://schemas.microsoft.com/office/drawing/2014/main" id="{CAD0CE7D-864A-ED75-4C0B-F89E52D519BD}"/>
                  </a:ext>
                </a:extLst>
              </p:cNvPr>
              <p:cNvSpPr/>
              <p:nvPr/>
            </p:nvSpPr>
            <p:spPr>
              <a:xfrm>
                <a:off x="3607436" y="5753694"/>
                <a:ext cx="2882550" cy="20908"/>
              </a:xfrm>
              <a:custGeom>
                <a:avLst/>
                <a:gdLst>
                  <a:gd name="csX0" fmla="*/ 0 w 2882550"/>
                  <a:gd name="csY0" fmla="*/ 0 h 20908"/>
                  <a:gd name="csX1" fmla="*/ 2882551 w 2882550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882550" h="20908">
                    <a:moveTo>
                      <a:pt x="0" y="0"/>
                    </a:moveTo>
                    <a:lnTo>
                      <a:pt x="2882551" y="0"/>
                    </a:lnTo>
                  </a:path>
                </a:pathLst>
              </a:custGeom>
              <a:noFill/>
              <a:ln w="1673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65" name="任意形状 64">
                <a:extLst>
                  <a:ext uri="{FF2B5EF4-FFF2-40B4-BE49-F238E27FC236}">
                    <a16:creationId xmlns:a16="http://schemas.microsoft.com/office/drawing/2014/main" id="{008C7452-688B-C2C4-C384-6119142A5B87}"/>
                  </a:ext>
                </a:extLst>
              </p:cNvPr>
              <p:cNvSpPr/>
              <p:nvPr/>
            </p:nvSpPr>
            <p:spPr>
              <a:xfrm>
                <a:off x="4809687" y="1724926"/>
                <a:ext cx="100370" cy="100273"/>
              </a:xfrm>
              <a:custGeom>
                <a:avLst/>
                <a:gdLst>
                  <a:gd name="csX0" fmla="*/ 50418 w 100370"/>
                  <a:gd name="csY0" fmla="*/ 100359 h 100273"/>
                  <a:gd name="csX1" fmla="*/ 85904 w 100370"/>
                  <a:gd name="csY1" fmla="*/ 85674 h 100273"/>
                  <a:gd name="csX2" fmla="*/ 100603 w 100370"/>
                  <a:gd name="csY2" fmla="*/ 50222 h 100273"/>
                  <a:gd name="csX3" fmla="*/ 85904 w 100370"/>
                  <a:gd name="csY3" fmla="*/ 14770 h 100273"/>
                  <a:gd name="csX4" fmla="*/ 50418 w 100370"/>
                  <a:gd name="csY4" fmla="*/ 85 h 100273"/>
                  <a:gd name="csX5" fmla="*/ 14931 w 100370"/>
                  <a:gd name="csY5" fmla="*/ 14770 h 100273"/>
                  <a:gd name="csX6" fmla="*/ 232 w 100370"/>
                  <a:gd name="csY6" fmla="*/ 50222 h 100273"/>
                  <a:gd name="csX7" fmla="*/ 14931 w 100370"/>
                  <a:gd name="csY7" fmla="*/ 85674 h 100273"/>
                  <a:gd name="csX8" fmla="*/ 50418 w 100370"/>
                  <a:gd name="csY8" fmla="*/ 100359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18" y="100359"/>
                    </a:moveTo>
                    <a:cubicBezTo>
                      <a:pt x="63727" y="100359"/>
                      <a:pt x="76493" y="95076"/>
                      <a:pt x="85904" y="85674"/>
                    </a:cubicBezTo>
                    <a:cubicBezTo>
                      <a:pt x="95315" y="76272"/>
                      <a:pt x="100603" y="63518"/>
                      <a:pt x="100603" y="50222"/>
                    </a:cubicBezTo>
                    <a:cubicBezTo>
                      <a:pt x="100603" y="36925"/>
                      <a:pt x="95315" y="24172"/>
                      <a:pt x="85904" y="14770"/>
                    </a:cubicBezTo>
                    <a:cubicBezTo>
                      <a:pt x="76493" y="5368"/>
                      <a:pt x="63727" y="85"/>
                      <a:pt x="50418" y="85"/>
                    </a:cubicBezTo>
                    <a:cubicBezTo>
                      <a:pt x="37108" y="85"/>
                      <a:pt x="24342" y="5368"/>
                      <a:pt x="14931" y="14770"/>
                    </a:cubicBezTo>
                    <a:cubicBezTo>
                      <a:pt x="5520" y="24172"/>
                      <a:pt x="232" y="36925"/>
                      <a:pt x="232" y="50222"/>
                    </a:cubicBezTo>
                    <a:cubicBezTo>
                      <a:pt x="232" y="63518"/>
                      <a:pt x="5520" y="76272"/>
                      <a:pt x="14931" y="85674"/>
                    </a:cubicBezTo>
                    <a:cubicBezTo>
                      <a:pt x="24342" y="95076"/>
                      <a:pt x="37108" y="100359"/>
                      <a:pt x="50418" y="100359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66" name="文本框 65">
                <a:extLst>
                  <a:ext uri="{FF2B5EF4-FFF2-40B4-BE49-F238E27FC236}">
                    <a16:creationId xmlns:a16="http://schemas.microsoft.com/office/drawing/2014/main" id="{8F31B05E-C834-DDF6-4292-7A2C848B473A}"/>
                  </a:ext>
                </a:extLst>
              </p:cNvPr>
              <p:cNvSpPr txBox="1"/>
              <p:nvPr/>
            </p:nvSpPr>
            <p:spPr>
              <a:xfrm>
                <a:off x="4290704" y="1784249"/>
                <a:ext cx="68159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CEACAM1</a:t>
                </a:r>
              </a:p>
            </p:txBody>
          </p:sp>
          <p:sp>
            <p:nvSpPr>
              <p:cNvPr id="67" name="任意形状 66">
                <a:extLst>
                  <a:ext uri="{FF2B5EF4-FFF2-40B4-BE49-F238E27FC236}">
                    <a16:creationId xmlns:a16="http://schemas.microsoft.com/office/drawing/2014/main" id="{85E09611-E7DF-529E-6FCE-ACE67ABB6573}"/>
                  </a:ext>
                </a:extLst>
              </p:cNvPr>
              <p:cNvSpPr/>
              <p:nvPr/>
            </p:nvSpPr>
            <p:spPr>
              <a:xfrm>
                <a:off x="5015876" y="1584435"/>
                <a:ext cx="100370" cy="100273"/>
              </a:xfrm>
              <a:custGeom>
                <a:avLst/>
                <a:gdLst>
                  <a:gd name="csX0" fmla="*/ 50427 w 100370"/>
                  <a:gd name="csY0" fmla="*/ 100352 h 100273"/>
                  <a:gd name="csX1" fmla="*/ 85914 w 100370"/>
                  <a:gd name="csY1" fmla="*/ 85667 h 100273"/>
                  <a:gd name="csX2" fmla="*/ 100613 w 100370"/>
                  <a:gd name="csY2" fmla="*/ 50215 h 100273"/>
                  <a:gd name="csX3" fmla="*/ 85914 w 100370"/>
                  <a:gd name="csY3" fmla="*/ 14763 h 100273"/>
                  <a:gd name="csX4" fmla="*/ 50427 w 100370"/>
                  <a:gd name="csY4" fmla="*/ 78 h 100273"/>
                  <a:gd name="csX5" fmla="*/ 14941 w 100370"/>
                  <a:gd name="csY5" fmla="*/ 14763 h 100273"/>
                  <a:gd name="csX6" fmla="*/ 242 w 100370"/>
                  <a:gd name="csY6" fmla="*/ 50215 h 100273"/>
                  <a:gd name="csX7" fmla="*/ 14941 w 100370"/>
                  <a:gd name="csY7" fmla="*/ 85667 h 100273"/>
                  <a:gd name="csX8" fmla="*/ 50427 w 100370"/>
                  <a:gd name="csY8" fmla="*/ 100352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27" y="100352"/>
                    </a:moveTo>
                    <a:cubicBezTo>
                      <a:pt x="63737" y="100352"/>
                      <a:pt x="76503" y="95069"/>
                      <a:pt x="85914" y="85667"/>
                    </a:cubicBezTo>
                    <a:cubicBezTo>
                      <a:pt x="95325" y="76265"/>
                      <a:pt x="100613" y="63512"/>
                      <a:pt x="100613" y="50215"/>
                    </a:cubicBezTo>
                    <a:cubicBezTo>
                      <a:pt x="100613" y="36919"/>
                      <a:pt x="95325" y="24165"/>
                      <a:pt x="85914" y="14763"/>
                    </a:cubicBezTo>
                    <a:cubicBezTo>
                      <a:pt x="76503" y="5361"/>
                      <a:pt x="63737" y="78"/>
                      <a:pt x="50427" y="78"/>
                    </a:cubicBezTo>
                    <a:cubicBezTo>
                      <a:pt x="37118" y="78"/>
                      <a:pt x="24352" y="5361"/>
                      <a:pt x="14941" y="14763"/>
                    </a:cubicBezTo>
                    <a:cubicBezTo>
                      <a:pt x="5530" y="24165"/>
                      <a:pt x="242" y="36919"/>
                      <a:pt x="242" y="50215"/>
                    </a:cubicBezTo>
                    <a:cubicBezTo>
                      <a:pt x="242" y="63512"/>
                      <a:pt x="5530" y="76265"/>
                      <a:pt x="14941" y="85667"/>
                    </a:cubicBezTo>
                    <a:cubicBezTo>
                      <a:pt x="24352" y="95069"/>
                      <a:pt x="37118" y="100352"/>
                      <a:pt x="50427" y="100352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68" name="文本框 67">
                <a:extLst>
                  <a:ext uri="{FF2B5EF4-FFF2-40B4-BE49-F238E27FC236}">
                    <a16:creationId xmlns:a16="http://schemas.microsoft.com/office/drawing/2014/main" id="{F0CB4813-2CF0-14AA-097F-8BDF0DCC4E1B}"/>
                  </a:ext>
                </a:extLst>
              </p:cNvPr>
              <p:cNvSpPr txBox="1"/>
              <p:nvPr/>
            </p:nvSpPr>
            <p:spPr>
              <a:xfrm>
                <a:off x="4530785" y="1395833"/>
                <a:ext cx="65755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ZDHHC19</a:t>
                </a:r>
              </a:p>
            </p:txBody>
          </p:sp>
          <p:sp>
            <p:nvSpPr>
              <p:cNvPr id="69" name="任意形状 68">
                <a:extLst>
                  <a:ext uri="{FF2B5EF4-FFF2-40B4-BE49-F238E27FC236}">
                    <a16:creationId xmlns:a16="http://schemas.microsoft.com/office/drawing/2014/main" id="{640E7BCB-A2C6-14F0-7EC9-1E7BEEE11837}"/>
                  </a:ext>
                </a:extLst>
              </p:cNvPr>
              <p:cNvSpPr/>
              <p:nvPr/>
            </p:nvSpPr>
            <p:spPr>
              <a:xfrm>
                <a:off x="4158972" y="2265274"/>
                <a:ext cx="100370" cy="100273"/>
              </a:xfrm>
              <a:custGeom>
                <a:avLst/>
                <a:gdLst>
                  <a:gd name="csX0" fmla="*/ 50386 w 100370"/>
                  <a:gd name="csY0" fmla="*/ 100385 h 100273"/>
                  <a:gd name="csX1" fmla="*/ 85873 w 100370"/>
                  <a:gd name="csY1" fmla="*/ 85700 h 100273"/>
                  <a:gd name="csX2" fmla="*/ 100572 w 100370"/>
                  <a:gd name="csY2" fmla="*/ 50248 h 100273"/>
                  <a:gd name="csX3" fmla="*/ 85873 w 100370"/>
                  <a:gd name="csY3" fmla="*/ 14796 h 100273"/>
                  <a:gd name="csX4" fmla="*/ 50386 w 100370"/>
                  <a:gd name="csY4" fmla="*/ 111 h 100273"/>
                  <a:gd name="csX5" fmla="*/ 14900 w 100370"/>
                  <a:gd name="csY5" fmla="*/ 14796 h 100273"/>
                  <a:gd name="csX6" fmla="*/ 201 w 100370"/>
                  <a:gd name="csY6" fmla="*/ 50248 h 100273"/>
                  <a:gd name="csX7" fmla="*/ 14900 w 100370"/>
                  <a:gd name="csY7" fmla="*/ 85700 h 100273"/>
                  <a:gd name="csX8" fmla="*/ 50386 w 100370"/>
                  <a:gd name="csY8" fmla="*/ 100385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386" y="100385"/>
                    </a:moveTo>
                    <a:cubicBezTo>
                      <a:pt x="63696" y="100385"/>
                      <a:pt x="76462" y="95102"/>
                      <a:pt x="85873" y="85700"/>
                    </a:cubicBezTo>
                    <a:cubicBezTo>
                      <a:pt x="95284" y="76298"/>
                      <a:pt x="100572" y="63544"/>
                      <a:pt x="100572" y="50248"/>
                    </a:cubicBezTo>
                    <a:cubicBezTo>
                      <a:pt x="100572" y="36951"/>
                      <a:pt x="95284" y="24198"/>
                      <a:pt x="85873" y="14796"/>
                    </a:cubicBezTo>
                    <a:cubicBezTo>
                      <a:pt x="76462" y="5393"/>
                      <a:pt x="63696" y="111"/>
                      <a:pt x="50386" y="111"/>
                    </a:cubicBezTo>
                    <a:cubicBezTo>
                      <a:pt x="37077" y="111"/>
                      <a:pt x="24311" y="5393"/>
                      <a:pt x="14900" y="14796"/>
                    </a:cubicBezTo>
                    <a:cubicBezTo>
                      <a:pt x="5489" y="24198"/>
                      <a:pt x="201" y="36951"/>
                      <a:pt x="201" y="50248"/>
                    </a:cubicBezTo>
                    <a:cubicBezTo>
                      <a:pt x="201" y="63544"/>
                      <a:pt x="5489" y="76298"/>
                      <a:pt x="14900" y="85700"/>
                    </a:cubicBezTo>
                    <a:cubicBezTo>
                      <a:pt x="24311" y="95102"/>
                      <a:pt x="37077" y="100385"/>
                      <a:pt x="50386" y="100385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id="{AE451278-7CAE-9863-ECF7-F1B863A4567F}"/>
                  </a:ext>
                </a:extLst>
              </p:cNvPr>
              <p:cNvSpPr txBox="1"/>
              <p:nvPr/>
            </p:nvSpPr>
            <p:spPr>
              <a:xfrm>
                <a:off x="3792478" y="2088112"/>
                <a:ext cx="51167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PLAC8</a:t>
                </a:r>
              </a:p>
            </p:txBody>
          </p:sp>
          <p:sp>
            <p:nvSpPr>
              <p:cNvPr id="71" name="任意形状 70">
                <a:extLst>
                  <a:ext uri="{FF2B5EF4-FFF2-40B4-BE49-F238E27FC236}">
                    <a16:creationId xmlns:a16="http://schemas.microsoft.com/office/drawing/2014/main" id="{C9F74BFC-1878-27CB-3117-B04B16CEECBC}"/>
                  </a:ext>
                </a:extLst>
              </p:cNvPr>
              <p:cNvSpPr/>
              <p:nvPr/>
            </p:nvSpPr>
            <p:spPr>
              <a:xfrm>
                <a:off x="5550374" y="2124789"/>
                <a:ext cx="100370" cy="100273"/>
              </a:xfrm>
              <a:custGeom>
                <a:avLst/>
                <a:gdLst>
                  <a:gd name="csX0" fmla="*/ 50453 w 100370"/>
                  <a:gd name="csY0" fmla="*/ 100378 h 100273"/>
                  <a:gd name="csX1" fmla="*/ 85939 w 100370"/>
                  <a:gd name="csY1" fmla="*/ 85693 h 100273"/>
                  <a:gd name="csX2" fmla="*/ 100638 w 100370"/>
                  <a:gd name="csY2" fmla="*/ 50241 h 100273"/>
                  <a:gd name="csX3" fmla="*/ 85939 w 100370"/>
                  <a:gd name="csY3" fmla="*/ 14789 h 100273"/>
                  <a:gd name="csX4" fmla="*/ 50453 w 100370"/>
                  <a:gd name="csY4" fmla="*/ 104 h 100273"/>
                  <a:gd name="csX5" fmla="*/ 14967 w 100370"/>
                  <a:gd name="csY5" fmla="*/ 14789 h 100273"/>
                  <a:gd name="csX6" fmla="*/ 268 w 100370"/>
                  <a:gd name="csY6" fmla="*/ 50241 h 100273"/>
                  <a:gd name="csX7" fmla="*/ 14967 w 100370"/>
                  <a:gd name="csY7" fmla="*/ 85693 h 100273"/>
                  <a:gd name="csX8" fmla="*/ 50453 w 100370"/>
                  <a:gd name="csY8" fmla="*/ 100378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53" y="100378"/>
                    </a:moveTo>
                    <a:cubicBezTo>
                      <a:pt x="63762" y="100378"/>
                      <a:pt x="76528" y="95095"/>
                      <a:pt x="85939" y="85693"/>
                    </a:cubicBezTo>
                    <a:cubicBezTo>
                      <a:pt x="95350" y="76291"/>
                      <a:pt x="100638" y="63537"/>
                      <a:pt x="100638" y="50241"/>
                    </a:cubicBezTo>
                    <a:cubicBezTo>
                      <a:pt x="100638" y="36945"/>
                      <a:pt x="95350" y="24191"/>
                      <a:pt x="85939" y="14789"/>
                    </a:cubicBezTo>
                    <a:cubicBezTo>
                      <a:pt x="76528" y="5387"/>
                      <a:pt x="63762" y="104"/>
                      <a:pt x="50453" y="104"/>
                    </a:cubicBezTo>
                    <a:cubicBezTo>
                      <a:pt x="37144" y="104"/>
                      <a:pt x="24378" y="5387"/>
                      <a:pt x="14967" y="14789"/>
                    </a:cubicBezTo>
                    <a:cubicBezTo>
                      <a:pt x="5555" y="24191"/>
                      <a:pt x="268" y="36945"/>
                      <a:pt x="268" y="50241"/>
                    </a:cubicBezTo>
                    <a:cubicBezTo>
                      <a:pt x="268" y="63537"/>
                      <a:pt x="5555" y="76291"/>
                      <a:pt x="14967" y="85693"/>
                    </a:cubicBezTo>
                    <a:cubicBezTo>
                      <a:pt x="24378" y="95095"/>
                      <a:pt x="37144" y="100378"/>
                      <a:pt x="50453" y="100378"/>
                    </a:cubicBezTo>
                    <a:close/>
                  </a:path>
                </a:pathLst>
              </a:custGeom>
              <a:solidFill>
                <a:srgbClr val="B24745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72" name="文本框 71">
                <a:extLst>
                  <a:ext uri="{FF2B5EF4-FFF2-40B4-BE49-F238E27FC236}">
                    <a16:creationId xmlns:a16="http://schemas.microsoft.com/office/drawing/2014/main" id="{BE79FB77-33DE-DD59-ACCE-2E92CCD9BFDC}"/>
                  </a:ext>
                </a:extLst>
              </p:cNvPr>
              <p:cNvSpPr txBox="1"/>
              <p:nvPr/>
            </p:nvSpPr>
            <p:spPr>
              <a:xfrm>
                <a:off x="5519274" y="1949117"/>
                <a:ext cx="57579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PLA2G7</a:t>
                </a:r>
              </a:p>
            </p:txBody>
          </p:sp>
          <p:sp>
            <p:nvSpPr>
              <p:cNvPr id="73" name="任意形状 72">
                <a:extLst>
                  <a:ext uri="{FF2B5EF4-FFF2-40B4-BE49-F238E27FC236}">
                    <a16:creationId xmlns:a16="http://schemas.microsoft.com/office/drawing/2014/main" id="{85FAE4DF-C440-52E0-9A08-0E603B4D3E9C}"/>
                  </a:ext>
                </a:extLst>
              </p:cNvPr>
              <p:cNvSpPr/>
              <p:nvPr/>
            </p:nvSpPr>
            <p:spPr>
              <a:xfrm>
                <a:off x="4296160" y="2805634"/>
                <a:ext cx="100370" cy="100273"/>
              </a:xfrm>
              <a:custGeom>
                <a:avLst/>
                <a:gdLst>
                  <a:gd name="csX0" fmla="*/ 50393 w 100370"/>
                  <a:gd name="csY0" fmla="*/ 100411 h 100273"/>
                  <a:gd name="csX1" fmla="*/ 85879 w 100370"/>
                  <a:gd name="csY1" fmla="*/ 85726 h 100273"/>
                  <a:gd name="csX2" fmla="*/ 100578 w 100370"/>
                  <a:gd name="csY2" fmla="*/ 50274 h 100273"/>
                  <a:gd name="csX3" fmla="*/ 85879 w 100370"/>
                  <a:gd name="csY3" fmla="*/ 14821 h 100273"/>
                  <a:gd name="csX4" fmla="*/ 50393 w 100370"/>
                  <a:gd name="csY4" fmla="*/ 137 h 100273"/>
                  <a:gd name="csX5" fmla="*/ 14907 w 100370"/>
                  <a:gd name="csY5" fmla="*/ 14821 h 100273"/>
                  <a:gd name="csX6" fmla="*/ 208 w 100370"/>
                  <a:gd name="csY6" fmla="*/ 50274 h 100273"/>
                  <a:gd name="csX7" fmla="*/ 14907 w 100370"/>
                  <a:gd name="csY7" fmla="*/ 85726 h 100273"/>
                  <a:gd name="csX8" fmla="*/ 50393 w 100370"/>
                  <a:gd name="csY8" fmla="*/ 100411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393" y="100411"/>
                    </a:moveTo>
                    <a:cubicBezTo>
                      <a:pt x="63702" y="100411"/>
                      <a:pt x="76468" y="95128"/>
                      <a:pt x="85879" y="85726"/>
                    </a:cubicBezTo>
                    <a:cubicBezTo>
                      <a:pt x="95290" y="76324"/>
                      <a:pt x="100578" y="63570"/>
                      <a:pt x="100578" y="50274"/>
                    </a:cubicBezTo>
                    <a:cubicBezTo>
                      <a:pt x="100578" y="36977"/>
                      <a:pt x="95290" y="24223"/>
                      <a:pt x="85879" y="14821"/>
                    </a:cubicBezTo>
                    <a:cubicBezTo>
                      <a:pt x="76468" y="5419"/>
                      <a:pt x="63702" y="137"/>
                      <a:pt x="50393" y="137"/>
                    </a:cubicBezTo>
                    <a:cubicBezTo>
                      <a:pt x="37084" y="137"/>
                      <a:pt x="24318" y="5419"/>
                      <a:pt x="14907" y="14821"/>
                    </a:cubicBezTo>
                    <a:cubicBezTo>
                      <a:pt x="5496" y="24223"/>
                      <a:pt x="208" y="36977"/>
                      <a:pt x="208" y="50274"/>
                    </a:cubicBezTo>
                    <a:cubicBezTo>
                      <a:pt x="208" y="63570"/>
                      <a:pt x="5496" y="76324"/>
                      <a:pt x="14907" y="85726"/>
                    </a:cubicBezTo>
                    <a:cubicBezTo>
                      <a:pt x="24318" y="95128"/>
                      <a:pt x="37084" y="100411"/>
                      <a:pt x="50393" y="100411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74" name="文本框 73">
                <a:extLst>
                  <a:ext uri="{FF2B5EF4-FFF2-40B4-BE49-F238E27FC236}">
                    <a16:creationId xmlns:a16="http://schemas.microsoft.com/office/drawing/2014/main" id="{045B6F62-887B-5737-15FA-B26CA75C2013}"/>
                  </a:ext>
                </a:extLst>
              </p:cNvPr>
              <p:cNvSpPr txBox="1"/>
              <p:nvPr/>
            </p:nvSpPr>
            <p:spPr>
              <a:xfrm>
                <a:off x="3903132" y="2882106"/>
                <a:ext cx="511679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PLAC8</a:t>
                </a:r>
              </a:p>
            </p:txBody>
          </p:sp>
          <p:sp>
            <p:nvSpPr>
              <p:cNvPr id="75" name="任意形状 74">
                <a:extLst>
                  <a:ext uri="{FF2B5EF4-FFF2-40B4-BE49-F238E27FC236}">
                    <a16:creationId xmlns:a16="http://schemas.microsoft.com/office/drawing/2014/main" id="{3B9D0DD5-D07B-B190-A354-1206AFD8F825}"/>
                  </a:ext>
                </a:extLst>
              </p:cNvPr>
              <p:cNvSpPr/>
              <p:nvPr/>
            </p:nvSpPr>
            <p:spPr>
              <a:xfrm>
                <a:off x="4618378" y="2665150"/>
                <a:ext cx="100370" cy="100273"/>
              </a:xfrm>
              <a:custGeom>
                <a:avLst/>
                <a:gdLst>
                  <a:gd name="csX0" fmla="*/ 50408 w 100370"/>
                  <a:gd name="csY0" fmla="*/ 100404 h 100273"/>
                  <a:gd name="csX1" fmla="*/ 85895 w 100370"/>
                  <a:gd name="csY1" fmla="*/ 85719 h 100273"/>
                  <a:gd name="csX2" fmla="*/ 100594 w 100370"/>
                  <a:gd name="csY2" fmla="*/ 50267 h 100273"/>
                  <a:gd name="csX3" fmla="*/ 85895 w 100370"/>
                  <a:gd name="csY3" fmla="*/ 14815 h 100273"/>
                  <a:gd name="csX4" fmla="*/ 50408 w 100370"/>
                  <a:gd name="csY4" fmla="*/ 130 h 100273"/>
                  <a:gd name="csX5" fmla="*/ 14922 w 100370"/>
                  <a:gd name="csY5" fmla="*/ 14815 h 100273"/>
                  <a:gd name="csX6" fmla="*/ 223 w 100370"/>
                  <a:gd name="csY6" fmla="*/ 50267 h 100273"/>
                  <a:gd name="csX7" fmla="*/ 14922 w 100370"/>
                  <a:gd name="csY7" fmla="*/ 85719 h 100273"/>
                  <a:gd name="csX8" fmla="*/ 50408 w 100370"/>
                  <a:gd name="csY8" fmla="*/ 100404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08" y="100404"/>
                    </a:moveTo>
                    <a:cubicBezTo>
                      <a:pt x="63718" y="100404"/>
                      <a:pt x="76484" y="95121"/>
                      <a:pt x="85895" y="85719"/>
                    </a:cubicBezTo>
                    <a:cubicBezTo>
                      <a:pt x="95306" y="76317"/>
                      <a:pt x="100594" y="63563"/>
                      <a:pt x="100594" y="50267"/>
                    </a:cubicBezTo>
                    <a:cubicBezTo>
                      <a:pt x="100594" y="36970"/>
                      <a:pt x="95306" y="24217"/>
                      <a:pt x="85895" y="14815"/>
                    </a:cubicBezTo>
                    <a:cubicBezTo>
                      <a:pt x="76484" y="5413"/>
                      <a:pt x="63718" y="130"/>
                      <a:pt x="50408" y="130"/>
                    </a:cubicBezTo>
                    <a:cubicBezTo>
                      <a:pt x="37099" y="130"/>
                      <a:pt x="24333" y="5413"/>
                      <a:pt x="14922" y="14815"/>
                    </a:cubicBezTo>
                    <a:cubicBezTo>
                      <a:pt x="5511" y="24217"/>
                      <a:pt x="223" y="36970"/>
                      <a:pt x="223" y="50267"/>
                    </a:cubicBezTo>
                    <a:cubicBezTo>
                      <a:pt x="223" y="63563"/>
                      <a:pt x="5511" y="76317"/>
                      <a:pt x="14922" y="85719"/>
                    </a:cubicBezTo>
                    <a:cubicBezTo>
                      <a:pt x="24333" y="95121"/>
                      <a:pt x="37099" y="100404"/>
                      <a:pt x="50408" y="100404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id="{4E6569DA-3769-948F-BED5-0F10E25DE958}"/>
                  </a:ext>
                </a:extLst>
              </p:cNvPr>
              <p:cNvSpPr txBox="1"/>
              <p:nvPr/>
            </p:nvSpPr>
            <p:spPr>
              <a:xfrm>
                <a:off x="4242684" y="2502045"/>
                <a:ext cx="487634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FAIM3</a:t>
                </a:r>
              </a:p>
            </p:txBody>
          </p:sp>
          <p:sp>
            <p:nvSpPr>
              <p:cNvPr id="77" name="任意形状 76">
                <a:extLst>
                  <a:ext uri="{FF2B5EF4-FFF2-40B4-BE49-F238E27FC236}">
                    <a16:creationId xmlns:a16="http://schemas.microsoft.com/office/drawing/2014/main" id="{4942FD0B-1697-F6E3-A2AB-AFE0BFEE7A51}"/>
                  </a:ext>
                </a:extLst>
              </p:cNvPr>
              <p:cNvSpPr/>
              <p:nvPr/>
            </p:nvSpPr>
            <p:spPr>
              <a:xfrm>
                <a:off x="6072441" y="3345994"/>
                <a:ext cx="100370" cy="100273"/>
              </a:xfrm>
              <a:custGeom>
                <a:avLst/>
                <a:gdLst>
                  <a:gd name="csX0" fmla="*/ 50478 w 100370"/>
                  <a:gd name="csY0" fmla="*/ 100436 h 100273"/>
                  <a:gd name="csX1" fmla="*/ 85964 w 100370"/>
                  <a:gd name="csY1" fmla="*/ 85752 h 100273"/>
                  <a:gd name="csX2" fmla="*/ 100663 w 100370"/>
                  <a:gd name="csY2" fmla="*/ 50299 h 100273"/>
                  <a:gd name="csX3" fmla="*/ 85964 w 100370"/>
                  <a:gd name="csY3" fmla="*/ 14847 h 100273"/>
                  <a:gd name="csX4" fmla="*/ 50478 w 100370"/>
                  <a:gd name="csY4" fmla="*/ 162 h 100273"/>
                  <a:gd name="csX5" fmla="*/ 14992 w 100370"/>
                  <a:gd name="csY5" fmla="*/ 14847 h 100273"/>
                  <a:gd name="csX6" fmla="*/ 293 w 100370"/>
                  <a:gd name="csY6" fmla="*/ 50299 h 100273"/>
                  <a:gd name="csX7" fmla="*/ 14992 w 100370"/>
                  <a:gd name="csY7" fmla="*/ 85752 h 100273"/>
                  <a:gd name="csX8" fmla="*/ 50478 w 100370"/>
                  <a:gd name="csY8" fmla="*/ 100436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78" y="100436"/>
                    </a:moveTo>
                    <a:cubicBezTo>
                      <a:pt x="63787" y="100436"/>
                      <a:pt x="76553" y="95154"/>
                      <a:pt x="85964" y="85752"/>
                    </a:cubicBezTo>
                    <a:cubicBezTo>
                      <a:pt x="95375" y="76350"/>
                      <a:pt x="100663" y="63596"/>
                      <a:pt x="100663" y="50299"/>
                    </a:cubicBezTo>
                    <a:cubicBezTo>
                      <a:pt x="100663" y="37003"/>
                      <a:pt x="95375" y="24249"/>
                      <a:pt x="85964" y="14847"/>
                    </a:cubicBezTo>
                    <a:cubicBezTo>
                      <a:pt x="76553" y="5445"/>
                      <a:pt x="63787" y="162"/>
                      <a:pt x="50478" y="162"/>
                    </a:cubicBezTo>
                    <a:cubicBezTo>
                      <a:pt x="37169" y="162"/>
                      <a:pt x="24403" y="5445"/>
                      <a:pt x="14992" y="14847"/>
                    </a:cubicBezTo>
                    <a:cubicBezTo>
                      <a:pt x="5580" y="24249"/>
                      <a:pt x="293" y="37003"/>
                      <a:pt x="293" y="50299"/>
                    </a:cubicBezTo>
                    <a:cubicBezTo>
                      <a:pt x="293" y="63596"/>
                      <a:pt x="5580" y="76350"/>
                      <a:pt x="14992" y="85752"/>
                    </a:cubicBezTo>
                    <a:cubicBezTo>
                      <a:pt x="24403" y="95154"/>
                      <a:pt x="37169" y="100436"/>
                      <a:pt x="50478" y="100436"/>
                    </a:cubicBezTo>
                    <a:close/>
                  </a:path>
                </a:pathLst>
              </a:custGeom>
              <a:solidFill>
                <a:srgbClr val="B24745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id="{A68ED75B-72BD-06C0-9DCF-013558EB18A0}"/>
                  </a:ext>
                </a:extLst>
              </p:cNvPr>
              <p:cNvSpPr txBox="1"/>
              <p:nvPr/>
            </p:nvSpPr>
            <p:spPr>
              <a:xfrm>
                <a:off x="6054787" y="3445258"/>
                <a:ext cx="5164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NLRP1</a:t>
                </a:r>
              </a:p>
            </p:txBody>
          </p:sp>
          <p:sp>
            <p:nvSpPr>
              <p:cNvPr id="79" name="任意形状 78">
                <a:extLst>
                  <a:ext uri="{FF2B5EF4-FFF2-40B4-BE49-F238E27FC236}">
                    <a16:creationId xmlns:a16="http://schemas.microsoft.com/office/drawing/2014/main" id="{99915AAC-65F7-6B51-D234-C0ADAA414C16}"/>
                  </a:ext>
                </a:extLst>
              </p:cNvPr>
              <p:cNvSpPr/>
              <p:nvPr/>
            </p:nvSpPr>
            <p:spPr>
              <a:xfrm>
                <a:off x="5932846" y="3205489"/>
                <a:ext cx="100370" cy="100273"/>
              </a:xfrm>
              <a:custGeom>
                <a:avLst/>
                <a:gdLst>
                  <a:gd name="csX0" fmla="*/ 50471 w 100370"/>
                  <a:gd name="csY0" fmla="*/ 100430 h 100273"/>
                  <a:gd name="csX1" fmla="*/ 85957 w 100370"/>
                  <a:gd name="csY1" fmla="*/ 85745 h 100273"/>
                  <a:gd name="csX2" fmla="*/ 100657 w 100370"/>
                  <a:gd name="csY2" fmla="*/ 50293 h 100273"/>
                  <a:gd name="csX3" fmla="*/ 85957 w 100370"/>
                  <a:gd name="csY3" fmla="*/ 14841 h 100273"/>
                  <a:gd name="csX4" fmla="*/ 50471 w 100370"/>
                  <a:gd name="csY4" fmla="*/ 156 h 100273"/>
                  <a:gd name="csX5" fmla="*/ 14985 w 100370"/>
                  <a:gd name="csY5" fmla="*/ 14841 h 100273"/>
                  <a:gd name="csX6" fmla="*/ 286 w 100370"/>
                  <a:gd name="csY6" fmla="*/ 50293 h 100273"/>
                  <a:gd name="csX7" fmla="*/ 14985 w 100370"/>
                  <a:gd name="csY7" fmla="*/ 85745 h 100273"/>
                  <a:gd name="csX8" fmla="*/ 50471 w 100370"/>
                  <a:gd name="csY8" fmla="*/ 100430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71" y="100430"/>
                    </a:moveTo>
                    <a:cubicBezTo>
                      <a:pt x="63780" y="100430"/>
                      <a:pt x="76546" y="95147"/>
                      <a:pt x="85957" y="85745"/>
                    </a:cubicBezTo>
                    <a:cubicBezTo>
                      <a:pt x="95369" y="76343"/>
                      <a:pt x="100657" y="63589"/>
                      <a:pt x="100657" y="50293"/>
                    </a:cubicBezTo>
                    <a:cubicBezTo>
                      <a:pt x="100657" y="36996"/>
                      <a:pt x="95369" y="24243"/>
                      <a:pt x="85957" y="14841"/>
                    </a:cubicBezTo>
                    <a:cubicBezTo>
                      <a:pt x="76546" y="5438"/>
                      <a:pt x="63780" y="156"/>
                      <a:pt x="50471" y="156"/>
                    </a:cubicBezTo>
                    <a:cubicBezTo>
                      <a:pt x="37162" y="156"/>
                      <a:pt x="24396" y="5438"/>
                      <a:pt x="14985" y="14841"/>
                    </a:cubicBezTo>
                    <a:cubicBezTo>
                      <a:pt x="5574" y="24243"/>
                      <a:pt x="286" y="36996"/>
                      <a:pt x="286" y="50293"/>
                    </a:cubicBezTo>
                    <a:cubicBezTo>
                      <a:pt x="286" y="63589"/>
                      <a:pt x="5574" y="76343"/>
                      <a:pt x="14985" y="85745"/>
                    </a:cubicBezTo>
                    <a:cubicBezTo>
                      <a:pt x="24396" y="95147"/>
                      <a:pt x="37162" y="100430"/>
                      <a:pt x="50471" y="100430"/>
                    </a:cubicBezTo>
                    <a:close/>
                  </a:path>
                </a:pathLst>
              </a:custGeom>
              <a:solidFill>
                <a:srgbClr val="B24745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80" name="文本框 79">
                <a:extLst>
                  <a:ext uri="{FF2B5EF4-FFF2-40B4-BE49-F238E27FC236}">
                    <a16:creationId xmlns:a16="http://schemas.microsoft.com/office/drawing/2014/main" id="{38938E7B-9BC2-A054-42C6-BD5548A3FEC9}"/>
                  </a:ext>
                </a:extLst>
              </p:cNvPr>
              <p:cNvSpPr txBox="1"/>
              <p:nvPr/>
            </p:nvSpPr>
            <p:spPr>
              <a:xfrm>
                <a:off x="5907662" y="3015463"/>
                <a:ext cx="42992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IDNK</a:t>
                </a:r>
              </a:p>
            </p:txBody>
          </p:sp>
          <p:sp>
            <p:nvSpPr>
              <p:cNvPr id="81" name="任意形状 80">
                <a:extLst>
                  <a:ext uri="{FF2B5EF4-FFF2-40B4-BE49-F238E27FC236}">
                    <a16:creationId xmlns:a16="http://schemas.microsoft.com/office/drawing/2014/main" id="{BB8A087B-CFED-7A54-7262-E76CDA74CE03}"/>
                  </a:ext>
                </a:extLst>
              </p:cNvPr>
              <p:cNvSpPr/>
              <p:nvPr/>
            </p:nvSpPr>
            <p:spPr>
              <a:xfrm>
                <a:off x="5504457" y="3886355"/>
                <a:ext cx="100370" cy="100273"/>
              </a:xfrm>
              <a:custGeom>
                <a:avLst/>
                <a:gdLst>
                  <a:gd name="csX0" fmla="*/ 50451 w 100370"/>
                  <a:gd name="csY0" fmla="*/ 100462 h 100273"/>
                  <a:gd name="csX1" fmla="*/ 85937 w 100370"/>
                  <a:gd name="csY1" fmla="*/ 85777 h 100273"/>
                  <a:gd name="csX2" fmla="*/ 100636 w 100370"/>
                  <a:gd name="csY2" fmla="*/ 50325 h 100273"/>
                  <a:gd name="csX3" fmla="*/ 85937 w 100370"/>
                  <a:gd name="csY3" fmla="*/ 14873 h 100273"/>
                  <a:gd name="csX4" fmla="*/ 50451 w 100370"/>
                  <a:gd name="csY4" fmla="*/ 188 h 100273"/>
                  <a:gd name="csX5" fmla="*/ 14964 w 100370"/>
                  <a:gd name="csY5" fmla="*/ 14873 h 100273"/>
                  <a:gd name="csX6" fmla="*/ 265 w 100370"/>
                  <a:gd name="csY6" fmla="*/ 50325 h 100273"/>
                  <a:gd name="csX7" fmla="*/ 14964 w 100370"/>
                  <a:gd name="csY7" fmla="*/ 85777 h 100273"/>
                  <a:gd name="csX8" fmla="*/ 50451 w 100370"/>
                  <a:gd name="csY8" fmla="*/ 100462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51" y="100462"/>
                    </a:moveTo>
                    <a:cubicBezTo>
                      <a:pt x="63760" y="100462"/>
                      <a:pt x="76526" y="95180"/>
                      <a:pt x="85937" y="85777"/>
                    </a:cubicBezTo>
                    <a:cubicBezTo>
                      <a:pt x="95348" y="76375"/>
                      <a:pt x="100636" y="63622"/>
                      <a:pt x="100636" y="50325"/>
                    </a:cubicBezTo>
                    <a:cubicBezTo>
                      <a:pt x="100636" y="37029"/>
                      <a:pt x="95348" y="24275"/>
                      <a:pt x="85937" y="14873"/>
                    </a:cubicBezTo>
                    <a:cubicBezTo>
                      <a:pt x="76526" y="5471"/>
                      <a:pt x="63760" y="188"/>
                      <a:pt x="50451" y="188"/>
                    </a:cubicBezTo>
                    <a:cubicBezTo>
                      <a:pt x="37141" y="188"/>
                      <a:pt x="24375" y="5471"/>
                      <a:pt x="14964" y="14873"/>
                    </a:cubicBezTo>
                    <a:cubicBezTo>
                      <a:pt x="5553" y="24275"/>
                      <a:pt x="265" y="37029"/>
                      <a:pt x="265" y="50325"/>
                    </a:cubicBezTo>
                    <a:cubicBezTo>
                      <a:pt x="265" y="63622"/>
                      <a:pt x="5553" y="76375"/>
                      <a:pt x="14964" y="85777"/>
                    </a:cubicBezTo>
                    <a:cubicBezTo>
                      <a:pt x="24375" y="95180"/>
                      <a:pt x="37141" y="100462"/>
                      <a:pt x="50451" y="100462"/>
                    </a:cubicBezTo>
                    <a:close/>
                  </a:path>
                </a:pathLst>
              </a:custGeom>
              <a:solidFill>
                <a:srgbClr val="B24745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82" name="文本框 81">
                <a:extLst>
                  <a:ext uri="{FF2B5EF4-FFF2-40B4-BE49-F238E27FC236}">
                    <a16:creationId xmlns:a16="http://schemas.microsoft.com/office/drawing/2014/main" id="{4FBEFE53-4B65-2CCA-8CA6-49660688827B}"/>
                  </a:ext>
                </a:extLst>
              </p:cNvPr>
              <p:cNvSpPr txBox="1"/>
              <p:nvPr/>
            </p:nvSpPr>
            <p:spPr>
              <a:xfrm>
                <a:off x="5456510" y="3715484"/>
                <a:ext cx="38504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HK3</a:t>
                </a:r>
              </a:p>
            </p:txBody>
          </p:sp>
          <p:sp>
            <p:nvSpPr>
              <p:cNvPr id="83" name="任意形状 82">
                <a:extLst>
                  <a:ext uri="{FF2B5EF4-FFF2-40B4-BE49-F238E27FC236}">
                    <a16:creationId xmlns:a16="http://schemas.microsoft.com/office/drawing/2014/main" id="{759A66E7-2101-AFFE-E6D1-A79D967C9C0A}"/>
                  </a:ext>
                </a:extLst>
              </p:cNvPr>
              <p:cNvSpPr/>
              <p:nvPr/>
            </p:nvSpPr>
            <p:spPr>
              <a:xfrm>
                <a:off x="5043188" y="3745849"/>
                <a:ext cx="100370" cy="100273"/>
              </a:xfrm>
              <a:custGeom>
                <a:avLst/>
                <a:gdLst>
                  <a:gd name="csX0" fmla="*/ 50429 w 100370"/>
                  <a:gd name="csY0" fmla="*/ 100456 h 100273"/>
                  <a:gd name="csX1" fmla="*/ 85915 w 100370"/>
                  <a:gd name="csY1" fmla="*/ 85771 h 100273"/>
                  <a:gd name="csX2" fmla="*/ 100614 w 100370"/>
                  <a:gd name="csY2" fmla="*/ 50319 h 100273"/>
                  <a:gd name="csX3" fmla="*/ 85915 w 100370"/>
                  <a:gd name="csY3" fmla="*/ 14866 h 100273"/>
                  <a:gd name="csX4" fmla="*/ 50429 w 100370"/>
                  <a:gd name="csY4" fmla="*/ 182 h 100273"/>
                  <a:gd name="csX5" fmla="*/ 14942 w 100370"/>
                  <a:gd name="csY5" fmla="*/ 14866 h 100273"/>
                  <a:gd name="csX6" fmla="*/ 243 w 100370"/>
                  <a:gd name="csY6" fmla="*/ 50319 h 100273"/>
                  <a:gd name="csX7" fmla="*/ 14942 w 100370"/>
                  <a:gd name="csY7" fmla="*/ 85771 h 100273"/>
                  <a:gd name="csX8" fmla="*/ 50429 w 100370"/>
                  <a:gd name="csY8" fmla="*/ 100456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29" y="100456"/>
                    </a:moveTo>
                    <a:cubicBezTo>
                      <a:pt x="63738" y="100456"/>
                      <a:pt x="76504" y="95173"/>
                      <a:pt x="85915" y="85771"/>
                    </a:cubicBezTo>
                    <a:cubicBezTo>
                      <a:pt x="95326" y="76369"/>
                      <a:pt x="100614" y="63615"/>
                      <a:pt x="100614" y="50319"/>
                    </a:cubicBezTo>
                    <a:cubicBezTo>
                      <a:pt x="100614" y="37022"/>
                      <a:pt x="95326" y="24268"/>
                      <a:pt x="85915" y="14866"/>
                    </a:cubicBezTo>
                    <a:cubicBezTo>
                      <a:pt x="76504" y="5464"/>
                      <a:pt x="63738" y="182"/>
                      <a:pt x="50429" y="182"/>
                    </a:cubicBezTo>
                    <a:cubicBezTo>
                      <a:pt x="37119" y="182"/>
                      <a:pt x="24353" y="5464"/>
                      <a:pt x="14942" y="14866"/>
                    </a:cubicBezTo>
                    <a:cubicBezTo>
                      <a:pt x="5531" y="24268"/>
                      <a:pt x="243" y="37022"/>
                      <a:pt x="243" y="50319"/>
                    </a:cubicBezTo>
                    <a:cubicBezTo>
                      <a:pt x="243" y="63615"/>
                      <a:pt x="5531" y="76369"/>
                      <a:pt x="14942" y="85771"/>
                    </a:cubicBezTo>
                    <a:cubicBezTo>
                      <a:pt x="24353" y="95173"/>
                      <a:pt x="37119" y="100456"/>
                      <a:pt x="50429" y="100456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84" name="文本框 83">
                <a:extLst>
                  <a:ext uri="{FF2B5EF4-FFF2-40B4-BE49-F238E27FC236}">
                    <a16:creationId xmlns:a16="http://schemas.microsoft.com/office/drawing/2014/main" id="{1F103464-0C7F-0301-FC25-E81E0F1C881B}"/>
                  </a:ext>
                </a:extLst>
              </p:cNvPr>
              <p:cNvSpPr txBox="1"/>
              <p:nvPr/>
            </p:nvSpPr>
            <p:spPr>
              <a:xfrm>
                <a:off x="4774669" y="3587598"/>
                <a:ext cx="42030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IFI27</a:t>
                </a:r>
              </a:p>
            </p:txBody>
          </p:sp>
          <p:sp>
            <p:nvSpPr>
              <p:cNvPr id="85" name="任意形状 84">
                <a:extLst>
                  <a:ext uri="{FF2B5EF4-FFF2-40B4-BE49-F238E27FC236}">
                    <a16:creationId xmlns:a16="http://schemas.microsoft.com/office/drawing/2014/main" id="{950B47CF-6453-13E0-59E7-834C613FBCD9}"/>
                  </a:ext>
                </a:extLst>
              </p:cNvPr>
              <p:cNvSpPr/>
              <p:nvPr/>
            </p:nvSpPr>
            <p:spPr>
              <a:xfrm>
                <a:off x="5048693" y="4426694"/>
                <a:ext cx="100370" cy="100273"/>
              </a:xfrm>
              <a:custGeom>
                <a:avLst/>
                <a:gdLst>
                  <a:gd name="csX0" fmla="*/ 50429 w 100370"/>
                  <a:gd name="csY0" fmla="*/ 100488 h 100273"/>
                  <a:gd name="csX1" fmla="*/ 85915 w 100370"/>
                  <a:gd name="csY1" fmla="*/ 85803 h 100273"/>
                  <a:gd name="csX2" fmla="*/ 100614 w 100370"/>
                  <a:gd name="csY2" fmla="*/ 50351 h 100273"/>
                  <a:gd name="csX3" fmla="*/ 85915 w 100370"/>
                  <a:gd name="csY3" fmla="*/ 14899 h 100273"/>
                  <a:gd name="csX4" fmla="*/ 50429 w 100370"/>
                  <a:gd name="csY4" fmla="*/ 214 h 100273"/>
                  <a:gd name="csX5" fmla="*/ 14943 w 100370"/>
                  <a:gd name="csY5" fmla="*/ 14899 h 100273"/>
                  <a:gd name="csX6" fmla="*/ 244 w 100370"/>
                  <a:gd name="csY6" fmla="*/ 50351 h 100273"/>
                  <a:gd name="csX7" fmla="*/ 14943 w 100370"/>
                  <a:gd name="csY7" fmla="*/ 85803 h 100273"/>
                  <a:gd name="csX8" fmla="*/ 50429 w 100370"/>
                  <a:gd name="csY8" fmla="*/ 100488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29" y="100488"/>
                    </a:moveTo>
                    <a:cubicBezTo>
                      <a:pt x="63738" y="100488"/>
                      <a:pt x="76504" y="95205"/>
                      <a:pt x="85915" y="85803"/>
                    </a:cubicBezTo>
                    <a:cubicBezTo>
                      <a:pt x="95326" y="76401"/>
                      <a:pt x="100614" y="63648"/>
                      <a:pt x="100614" y="50351"/>
                    </a:cubicBezTo>
                    <a:cubicBezTo>
                      <a:pt x="100614" y="37055"/>
                      <a:pt x="95326" y="24301"/>
                      <a:pt x="85915" y="14899"/>
                    </a:cubicBezTo>
                    <a:cubicBezTo>
                      <a:pt x="76504" y="5497"/>
                      <a:pt x="63738" y="214"/>
                      <a:pt x="50429" y="214"/>
                    </a:cubicBezTo>
                    <a:cubicBezTo>
                      <a:pt x="37120" y="214"/>
                      <a:pt x="24354" y="5497"/>
                      <a:pt x="14943" y="14899"/>
                    </a:cubicBezTo>
                    <a:cubicBezTo>
                      <a:pt x="5531" y="24301"/>
                      <a:pt x="244" y="37055"/>
                      <a:pt x="244" y="50351"/>
                    </a:cubicBezTo>
                    <a:cubicBezTo>
                      <a:pt x="244" y="63648"/>
                      <a:pt x="5531" y="76401"/>
                      <a:pt x="14943" y="85803"/>
                    </a:cubicBezTo>
                    <a:cubicBezTo>
                      <a:pt x="24354" y="95205"/>
                      <a:pt x="37120" y="100488"/>
                      <a:pt x="50429" y="100488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86" name="文本框 85">
                <a:extLst>
                  <a:ext uri="{FF2B5EF4-FFF2-40B4-BE49-F238E27FC236}">
                    <a16:creationId xmlns:a16="http://schemas.microsoft.com/office/drawing/2014/main" id="{87B4FD0E-5683-FFD0-900E-8A232BF21CFE}"/>
                  </a:ext>
                </a:extLst>
              </p:cNvPr>
              <p:cNvSpPr txBox="1"/>
              <p:nvPr/>
            </p:nvSpPr>
            <p:spPr>
              <a:xfrm>
                <a:off x="4590391" y="4482128"/>
                <a:ext cx="5854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FAM89A</a:t>
                </a:r>
              </a:p>
            </p:txBody>
          </p:sp>
          <p:sp>
            <p:nvSpPr>
              <p:cNvPr id="87" name="任意形状 86">
                <a:extLst>
                  <a:ext uri="{FF2B5EF4-FFF2-40B4-BE49-F238E27FC236}">
                    <a16:creationId xmlns:a16="http://schemas.microsoft.com/office/drawing/2014/main" id="{74C0D87B-E6C8-DD51-20AF-8ADE76B1ED48}"/>
                  </a:ext>
                </a:extLst>
              </p:cNvPr>
              <p:cNvSpPr/>
              <p:nvPr/>
            </p:nvSpPr>
            <p:spPr>
              <a:xfrm>
                <a:off x="5343285" y="4286209"/>
                <a:ext cx="100370" cy="100273"/>
              </a:xfrm>
              <a:custGeom>
                <a:avLst/>
                <a:gdLst>
                  <a:gd name="csX0" fmla="*/ 50443 w 100370"/>
                  <a:gd name="csY0" fmla="*/ 100481 h 100273"/>
                  <a:gd name="csX1" fmla="*/ 85929 w 100370"/>
                  <a:gd name="csY1" fmla="*/ 85796 h 100273"/>
                  <a:gd name="csX2" fmla="*/ 100628 w 100370"/>
                  <a:gd name="csY2" fmla="*/ 50344 h 100273"/>
                  <a:gd name="csX3" fmla="*/ 85929 w 100370"/>
                  <a:gd name="csY3" fmla="*/ 14892 h 100273"/>
                  <a:gd name="csX4" fmla="*/ 50443 w 100370"/>
                  <a:gd name="csY4" fmla="*/ 207 h 100273"/>
                  <a:gd name="csX5" fmla="*/ 14957 w 100370"/>
                  <a:gd name="csY5" fmla="*/ 14892 h 100273"/>
                  <a:gd name="csX6" fmla="*/ 258 w 100370"/>
                  <a:gd name="csY6" fmla="*/ 50344 h 100273"/>
                  <a:gd name="csX7" fmla="*/ 14957 w 100370"/>
                  <a:gd name="csY7" fmla="*/ 85796 h 100273"/>
                  <a:gd name="csX8" fmla="*/ 50443 w 100370"/>
                  <a:gd name="csY8" fmla="*/ 100481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43" y="100481"/>
                    </a:moveTo>
                    <a:cubicBezTo>
                      <a:pt x="63752" y="100481"/>
                      <a:pt x="76518" y="95199"/>
                      <a:pt x="85929" y="85796"/>
                    </a:cubicBezTo>
                    <a:cubicBezTo>
                      <a:pt x="95341" y="76395"/>
                      <a:pt x="100628" y="63641"/>
                      <a:pt x="100628" y="50344"/>
                    </a:cubicBezTo>
                    <a:cubicBezTo>
                      <a:pt x="100628" y="37048"/>
                      <a:pt x="95341" y="24294"/>
                      <a:pt x="85929" y="14892"/>
                    </a:cubicBezTo>
                    <a:cubicBezTo>
                      <a:pt x="76518" y="5490"/>
                      <a:pt x="63752" y="207"/>
                      <a:pt x="50443" y="207"/>
                    </a:cubicBezTo>
                    <a:cubicBezTo>
                      <a:pt x="37134" y="207"/>
                      <a:pt x="24368" y="5490"/>
                      <a:pt x="14957" y="14892"/>
                    </a:cubicBezTo>
                    <a:cubicBezTo>
                      <a:pt x="5546" y="24294"/>
                      <a:pt x="258" y="37048"/>
                      <a:pt x="258" y="50344"/>
                    </a:cubicBezTo>
                    <a:cubicBezTo>
                      <a:pt x="258" y="63641"/>
                      <a:pt x="5546" y="76395"/>
                      <a:pt x="14957" y="85796"/>
                    </a:cubicBezTo>
                    <a:cubicBezTo>
                      <a:pt x="24368" y="95199"/>
                      <a:pt x="37134" y="100481"/>
                      <a:pt x="50443" y="100481"/>
                    </a:cubicBezTo>
                    <a:close/>
                  </a:path>
                </a:pathLst>
              </a:custGeom>
              <a:solidFill>
                <a:srgbClr val="B24745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88" name="文本框 87">
                <a:extLst>
                  <a:ext uri="{FF2B5EF4-FFF2-40B4-BE49-F238E27FC236}">
                    <a16:creationId xmlns:a16="http://schemas.microsoft.com/office/drawing/2014/main" id="{A3737F83-3BBB-F095-7052-C7E4EDEAF96E}"/>
                  </a:ext>
                </a:extLst>
              </p:cNvPr>
              <p:cNvSpPr txBox="1"/>
              <p:nvPr/>
            </p:nvSpPr>
            <p:spPr>
              <a:xfrm>
                <a:off x="5289475" y="4122529"/>
                <a:ext cx="478016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IFI44L</a:t>
                </a:r>
              </a:p>
            </p:txBody>
          </p:sp>
          <p:sp>
            <p:nvSpPr>
              <p:cNvPr id="89" name="任意形状 88">
                <a:extLst>
                  <a:ext uri="{FF2B5EF4-FFF2-40B4-BE49-F238E27FC236}">
                    <a16:creationId xmlns:a16="http://schemas.microsoft.com/office/drawing/2014/main" id="{21473303-2727-53F4-70A5-33598A0207DE}"/>
                  </a:ext>
                </a:extLst>
              </p:cNvPr>
              <p:cNvSpPr/>
              <p:nvPr/>
            </p:nvSpPr>
            <p:spPr>
              <a:xfrm>
                <a:off x="4917386" y="4967054"/>
                <a:ext cx="100370" cy="100273"/>
              </a:xfrm>
              <a:custGeom>
                <a:avLst/>
                <a:gdLst>
                  <a:gd name="csX0" fmla="*/ 50423 w 100370"/>
                  <a:gd name="csY0" fmla="*/ 100514 h 100273"/>
                  <a:gd name="csX1" fmla="*/ 85909 w 100370"/>
                  <a:gd name="csY1" fmla="*/ 85829 h 100273"/>
                  <a:gd name="csX2" fmla="*/ 100608 w 100370"/>
                  <a:gd name="csY2" fmla="*/ 50377 h 100273"/>
                  <a:gd name="csX3" fmla="*/ 85909 w 100370"/>
                  <a:gd name="csY3" fmla="*/ 14925 h 100273"/>
                  <a:gd name="csX4" fmla="*/ 50423 w 100370"/>
                  <a:gd name="csY4" fmla="*/ 240 h 100273"/>
                  <a:gd name="csX5" fmla="*/ 14936 w 100370"/>
                  <a:gd name="csY5" fmla="*/ 14925 h 100273"/>
                  <a:gd name="csX6" fmla="*/ 237 w 100370"/>
                  <a:gd name="csY6" fmla="*/ 50377 h 100273"/>
                  <a:gd name="csX7" fmla="*/ 14936 w 100370"/>
                  <a:gd name="csY7" fmla="*/ 85829 h 100273"/>
                  <a:gd name="csX8" fmla="*/ 50423 w 100370"/>
                  <a:gd name="csY8" fmla="*/ 100514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23" y="100514"/>
                    </a:moveTo>
                    <a:cubicBezTo>
                      <a:pt x="63732" y="100514"/>
                      <a:pt x="76498" y="95231"/>
                      <a:pt x="85909" y="85829"/>
                    </a:cubicBezTo>
                    <a:cubicBezTo>
                      <a:pt x="95320" y="76427"/>
                      <a:pt x="100608" y="63673"/>
                      <a:pt x="100608" y="50377"/>
                    </a:cubicBezTo>
                    <a:cubicBezTo>
                      <a:pt x="100608" y="37080"/>
                      <a:pt x="95320" y="24327"/>
                      <a:pt x="85909" y="14925"/>
                    </a:cubicBezTo>
                    <a:cubicBezTo>
                      <a:pt x="76498" y="5523"/>
                      <a:pt x="63732" y="240"/>
                      <a:pt x="50423" y="240"/>
                    </a:cubicBezTo>
                    <a:cubicBezTo>
                      <a:pt x="37113" y="240"/>
                      <a:pt x="24347" y="5523"/>
                      <a:pt x="14936" y="14925"/>
                    </a:cubicBezTo>
                    <a:cubicBezTo>
                      <a:pt x="5525" y="24327"/>
                      <a:pt x="237" y="37080"/>
                      <a:pt x="237" y="50377"/>
                    </a:cubicBezTo>
                    <a:cubicBezTo>
                      <a:pt x="237" y="63673"/>
                      <a:pt x="5525" y="76427"/>
                      <a:pt x="14936" y="85829"/>
                    </a:cubicBezTo>
                    <a:cubicBezTo>
                      <a:pt x="24347" y="95231"/>
                      <a:pt x="37113" y="100514"/>
                      <a:pt x="50423" y="100514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0" name="文本框 89">
                <a:extLst>
                  <a:ext uri="{FF2B5EF4-FFF2-40B4-BE49-F238E27FC236}">
                    <a16:creationId xmlns:a16="http://schemas.microsoft.com/office/drawing/2014/main" id="{D18C3758-8F6F-D3A0-8CF0-2CF03AA69C1A}"/>
                  </a:ext>
                </a:extLst>
              </p:cNvPr>
              <p:cNvSpPr txBox="1"/>
              <p:nvPr/>
            </p:nvSpPr>
            <p:spPr>
              <a:xfrm>
                <a:off x="4681902" y="5034752"/>
                <a:ext cx="373820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LTB</a:t>
                </a:r>
              </a:p>
            </p:txBody>
          </p:sp>
          <p:sp>
            <p:nvSpPr>
              <p:cNvPr id="91" name="任意形状 90">
                <a:extLst>
                  <a:ext uri="{FF2B5EF4-FFF2-40B4-BE49-F238E27FC236}">
                    <a16:creationId xmlns:a16="http://schemas.microsoft.com/office/drawing/2014/main" id="{C0768764-7E66-F8D0-998B-3CB3354EBEC0}"/>
                  </a:ext>
                </a:extLst>
              </p:cNvPr>
              <p:cNvSpPr/>
              <p:nvPr/>
            </p:nvSpPr>
            <p:spPr>
              <a:xfrm>
                <a:off x="4958574" y="4826570"/>
                <a:ext cx="100370" cy="100273"/>
              </a:xfrm>
              <a:custGeom>
                <a:avLst/>
                <a:gdLst>
                  <a:gd name="csX0" fmla="*/ 50425 w 100370"/>
                  <a:gd name="csY0" fmla="*/ 100507 h 100273"/>
                  <a:gd name="csX1" fmla="*/ 85911 w 100370"/>
                  <a:gd name="csY1" fmla="*/ 85822 h 100273"/>
                  <a:gd name="csX2" fmla="*/ 100610 w 100370"/>
                  <a:gd name="csY2" fmla="*/ 50370 h 100273"/>
                  <a:gd name="csX3" fmla="*/ 85911 w 100370"/>
                  <a:gd name="csY3" fmla="*/ 14918 h 100273"/>
                  <a:gd name="csX4" fmla="*/ 50425 w 100370"/>
                  <a:gd name="csY4" fmla="*/ 233 h 100273"/>
                  <a:gd name="csX5" fmla="*/ 14938 w 100370"/>
                  <a:gd name="csY5" fmla="*/ 14918 h 100273"/>
                  <a:gd name="csX6" fmla="*/ 239 w 100370"/>
                  <a:gd name="csY6" fmla="*/ 50370 h 100273"/>
                  <a:gd name="csX7" fmla="*/ 14938 w 100370"/>
                  <a:gd name="csY7" fmla="*/ 85822 h 100273"/>
                  <a:gd name="csX8" fmla="*/ 50425 w 100370"/>
                  <a:gd name="csY8" fmla="*/ 100507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25" y="100507"/>
                    </a:moveTo>
                    <a:cubicBezTo>
                      <a:pt x="63734" y="100507"/>
                      <a:pt x="76500" y="95224"/>
                      <a:pt x="85911" y="85822"/>
                    </a:cubicBezTo>
                    <a:cubicBezTo>
                      <a:pt x="95322" y="76420"/>
                      <a:pt x="100610" y="63667"/>
                      <a:pt x="100610" y="50370"/>
                    </a:cubicBezTo>
                    <a:cubicBezTo>
                      <a:pt x="100610" y="37074"/>
                      <a:pt x="95322" y="24320"/>
                      <a:pt x="85911" y="14918"/>
                    </a:cubicBezTo>
                    <a:cubicBezTo>
                      <a:pt x="76500" y="5516"/>
                      <a:pt x="63734" y="233"/>
                      <a:pt x="50425" y="233"/>
                    </a:cubicBezTo>
                    <a:cubicBezTo>
                      <a:pt x="37115" y="233"/>
                      <a:pt x="24349" y="5516"/>
                      <a:pt x="14938" y="14918"/>
                    </a:cubicBezTo>
                    <a:cubicBezTo>
                      <a:pt x="5527" y="24320"/>
                      <a:pt x="239" y="37074"/>
                      <a:pt x="239" y="50370"/>
                    </a:cubicBezTo>
                    <a:cubicBezTo>
                      <a:pt x="239" y="63667"/>
                      <a:pt x="5527" y="76420"/>
                      <a:pt x="14938" y="85822"/>
                    </a:cubicBezTo>
                    <a:cubicBezTo>
                      <a:pt x="24349" y="95224"/>
                      <a:pt x="37115" y="100507"/>
                      <a:pt x="50425" y="100507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2" name="文本框 91">
                <a:extLst>
                  <a:ext uri="{FF2B5EF4-FFF2-40B4-BE49-F238E27FC236}">
                    <a16:creationId xmlns:a16="http://schemas.microsoft.com/office/drawing/2014/main" id="{CEF810C2-4D91-3569-F39B-5CBC2FE42347}"/>
                  </a:ext>
                </a:extLst>
              </p:cNvPr>
              <p:cNvSpPr txBox="1"/>
              <p:nvPr/>
            </p:nvSpPr>
            <p:spPr>
              <a:xfrm>
                <a:off x="4547800" y="4676278"/>
                <a:ext cx="585417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TMSB10</a:t>
                </a:r>
              </a:p>
            </p:txBody>
          </p:sp>
          <p:sp>
            <p:nvSpPr>
              <p:cNvPr id="93" name="任意形状 92">
                <a:extLst>
                  <a:ext uri="{FF2B5EF4-FFF2-40B4-BE49-F238E27FC236}">
                    <a16:creationId xmlns:a16="http://schemas.microsoft.com/office/drawing/2014/main" id="{58A35337-6130-8A20-7CBB-B888BA6D21BF}"/>
                  </a:ext>
                </a:extLst>
              </p:cNvPr>
              <p:cNvSpPr/>
              <p:nvPr/>
            </p:nvSpPr>
            <p:spPr>
              <a:xfrm>
                <a:off x="5416598" y="5507414"/>
                <a:ext cx="100370" cy="100273"/>
              </a:xfrm>
              <a:custGeom>
                <a:avLst/>
                <a:gdLst>
                  <a:gd name="csX0" fmla="*/ 50447 w 100370"/>
                  <a:gd name="csY0" fmla="*/ 100540 h 100273"/>
                  <a:gd name="csX1" fmla="*/ 85933 w 100370"/>
                  <a:gd name="csY1" fmla="*/ 85855 h 100273"/>
                  <a:gd name="csX2" fmla="*/ 100632 w 100370"/>
                  <a:gd name="csY2" fmla="*/ 50403 h 100273"/>
                  <a:gd name="csX3" fmla="*/ 85933 w 100370"/>
                  <a:gd name="csY3" fmla="*/ 14951 h 100273"/>
                  <a:gd name="csX4" fmla="*/ 50447 w 100370"/>
                  <a:gd name="csY4" fmla="*/ 266 h 100273"/>
                  <a:gd name="csX5" fmla="*/ 14960 w 100370"/>
                  <a:gd name="csY5" fmla="*/ 14951 h 100273"/>
                  <a:gd name="csX6" fmla="*/ 261 w 100370"/>
                  <a:gd name="csY6" fmla="*/ 50403 h 100273"/>
                  <a:gd name="csX7" fmla="*/ 14960 w 100370"/>
                  <a:gd name="csY7" fmla="*/ 85855 h 100273"/>
                  <a:gd name="csX8" fmla="*/ 50447 w 100370"/>
                  <a:gd name="csY8" fmla="*/ 100540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47" y="100540"/>
                    </a:moveTo>
                    <a:cubicBezTo>
                      <a:pt x="63756" y="100540"/>
                      <a:pt x="76522" y="95257"/>
                      <a:pt x="85933" y="85855"/>
                    </a:cubicBezTo>
                    <a:cubicBezTo>
                      <a:pt x="95344" y="76453"/>
                      <a:pt x="100632" y="63699"/>
                      <a:pt x="100632" y="50403"/>
                    </a:cubicBezTo>
                    <a:cubicBezTo>
                      <a:pt x="100632" y="37106"/>
                      <a:pt x="95344" y="24353"/>
                      <a:pt x="85933" y="14951"/>
                    </a:cubicBezTo>
                    <a:cubicBezTo>
                      <a:pt x="76522" y="5549"/>
                      <a:pt x="63756" y="266"/>
                      <a:pt x="50447" y="266"/>
                    </a:cubicBezTo>
                    <a:cubicBezTo>
                      <a:pt x="37137" y="266"/>
                      <a:pt x="24371" y="5549"/>
                      <a:pt x="14960" y="14951"/>
                    </a:cubicBezTo>
                    <a:cubicBezTo>
                      <a:pt x="5549" y="24353"/>
                      <a:pt x="261" y="37106"/>
                      <a:pt x="261" y="50403"/>
                    </a:cubicBezTo>
                    <a:cubicBezTo>
                      <a:pt x="261" y="63699"/>
                      <a:pt x="5549" y="76453"/>
                      <a:pt x="14960" y="85855"/>
                    </a:cubicBezTo>
                    <a:cubicBezTo>
                      <a:pt x="24371" y="95257"/>
                      <a:pt x="37137" y="100540"/>
                      <a:pt x="50447" y="100540"/>
                    </a:cubicBezTo>
                    <a:close/>
                  </a:path>
                </a:pathLst>
              </a:custGeom>
              <a:solidFill>
                <a:srgbClr val="B24745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4" name="文本框 93">
                <a:extLst>
                  <a:ext uri="{FF2B5EF4-FFF2-40B4-BE49-F238E27FC236}">
                    <a16:creationId xmlns:a16="http://schemas.microsoft.com/office/drawing/2014/main" id="{8DF5F5B1-0FCD-49AD-B34F-536A83C7636F}"/>
                  </a:ext>
                </a:extLst>
              </p:cNvPr>
              <p:cNvSpPr txBox="1"/>
              <p:nvPr/>
            </p:nvSpPr>
            <p:spPr>
              <a:xfrm>
                <a:off x="5504457" y="5445141"/>
                <a:ext cx="516488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DEFA4</a:t>
                </a:r>
              </a:p>
            </p:txBody>
          </p:sp>
          <p:sp>
            <p:nvSpPr>
              <p:cNvPr id="95" name="任意形状 94">
                <a:extLst>
                  <a:ext uri="{FF2B5EF4-FFF2-40B4-BE49-F238E27FC236}">
                    <a16:creationId xmlns:a16="http://schemas.microsoft.com/office/drawing/2014/main" id="{345230BF-FA4C-948A-1F41-27D7E76E049D}"/>
                  </a:ext>
                </a:extLst>
              </p:cNvPr>
              <p:cNvSpPr/>
              <p:nvPr/>
            </p:nvSpPr>
            <p:spPr>
              <a:xfrm>
                <a:off x="5169493" y="5366909"/>
                <a:ext cx="100370" cy="100273"/>
              </a:xfrm>
              <a:custGeom>
                <a:avLst/>
                <a:gdLst>
                  <a:gd name="csX0" fmla="*/ 50435 w 100370"/>
                  <a:gd name="csY0" fmla="*/ 100533 h 100273"/>
                  <a:gd name="csX1" fmla="*/ 85921 w 100370"/>
                  <a:gd name="csY1" fmla="*/ 85848 h 100273"/>
                  <a:gd name="csX2" fmla="*/ 100620 w 100370"/>
                  <a:gd name="csY2" fmla="*/ 50396 h 100273"/>
                  <a:gd name="csX3" fmla="*/ 85921 w 100370"/>
                  <a:gd name="csY3" fmla="*/ 14944 h 100273"/>
                  <a:gd name="csX4" fmla="*/ 50435 w 100370"/>
                  <a:gd name="csY4" fmla="*/ 259 h 100273"/>
                  <a:gd name="csX5" fmla="*/ 14948 w 100370"/>
                  <a:gd name="csY5" fmla="*/ 14944 h 100273"/>
                  <a:gd name="csX6" fmla="*/ 249 w 100370"/>
                  <a:gd name="csY6" fmla="*/ 50396 h 100273"/>
                  <a:gd name="csX7" fmla="*/ 14948 w 100370"/>
                  <a:gd name="csY7" fmla="*/ 85848 h 100273"/>
                  <a:gd name="csX8" fmla="*/ 50435 w 100370"/>
                  <a:gd name="csY8" fmla="*/ 100533 h 100273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00370" h="100273">
                    <a:moveTo>
                      <a:pt x="50435" y="100533"/>
                    </a:moveTo>
                    <a:cubicBezTo>
                      <a:pt x="63744" y="100533"/>
                      <a:pt x="76510" y="95250"/>
                      <a:pt x="85921" y="85848"/>
                    </a:cubicBezTo>
                    <a:cubicBezTo>
                      <a:pt x="95332" y="76446"/>
                      <a:pt x="100620" y="63693"/>
                      <a:pt x="100620" y="50396"/>
                    </a:cubicBezTo>
                    <a:cubicBezTo>
                      <a:pt x="100620" y="37100"/>
                      <a:pt x="95332" y="24346"/>
                      <a:pt x="85921" y="14944"/>
                    </a:cubicBezTo>
                    <a:cubicBezTo>
                      <a:pt x="76510" y="5542"/>
                      <a:pt x="63744" y="259"/>
                      <a:pt x="50435" y="259"/>
                    </a:cubicBezTo>
                    <a:cubicBezTo>
                      <a:pt x="37125" y="259"/>
                      <a:pt x="24359" y="5542"/>
                      <a:pt x="14948" y="14944"/>
                    </a:cubicBezTo>
                    <a:cubicBezTo>
                      <a:pt x="5537" y="24346"/>
                      <a:pt x="249" y="37100"/>
                      <a:pt x="249" y="50396"/>
                    </a:cubicBezTo>
                    <a:cubicBezTo>
                      <a:pt x="249" y="63693"/>
                      <a:pt x="5537" y="76446"/>
                      <a:pt x="14948" y="85848"/>
                    </a:cubicBezTo>
                    <a:cubicBezTo>
                      <a:pt x="24359" y="95250"/>
                      <a:pt x="37125" y="100533"/>
                      <a:pt x="50435" y="100533"/>
                    </a:cubicBezTo>
                    <a:close/>
                  </a:path>
                </a:pathLst>
              </a:custGeom>
              <a:solidFill>
                <a:srgbClr val="2F6B8A"/>
              </a:solidFill>
              <a:ln w="8368" cap="flat">
                <a:solidFill>
                  <a:srgbClr val="FFFFFF"/>
                </a:solidFill>
                <a:prstDash val="solid"/>
                <a:round/>
              </a:ln>
            </p:spPr>
          </p:sp>
          <p:sp>
            <p:nvSpPr>
              <p:cNvPr id="96" name="文本框 95">
                <a:extLst>
                  <a:ext uri="{FF2B5EF4-FFF2-40B4-BE49-F238E27FC236}">
                    <a16:creationId xmlns:a16="http://schemas.microsoft.com/office/drawing/2014/main" id="{A221CE5E-F7EE-95AC-C0EF-94C02C36E97F}"/>
                  </a:ext>
                </a:extLst>
              </p:cNvPr>
              <p:cNvSpPr txBox="1"/>
              <p:nvPr/>
            </p:nvSpPr>
            <p:spPr>
              <a:xfrm>
                <a:off x="4708169" y="5314519"/>
                <a:ext cx="460382" cy="21544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800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OASL</a:t>
                </a:r>
              </a:p>
            </p:txBody>
          </p:sp>
          <p:sp>
            <p:nvSpPr>
              <p:cNvPr id="97" name="文本框 96">
                <a:extLst>
                  <a:ext uri="{FF2B5EF4-FFF2-40B4-BE49-F238E27FC236}">
                    <a16:creationId xmlns:a16="http://schemas.microsoft.com/office/drawing/2014/main" id="{404778FA-77F3-86F2-31AE-D2C58F84B7D7}"/>
                  </a:ext>
                </a:extLst>
              </p:cNvPr>
              <p:cNvSpPr txBox="1"/>
              <p:nvPr/>
            </p:nvSpPr>
            <p:spPr>
              <a:xfrm>
                <a:off x="1671161" y="618261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A</a:t>
                </a:r>
              </a:p>
            </p:txBody>
          </p:sp>
          <p:grpSp>
            <p:nvGrpSpPr>
              <p:cNvPr id="98" name="图形 4">
                <a:extLst>
                  <a:ext uri="{FF2B5EF4-FFF2-40B4-BE49-F238E27FC236}">
                    <a16:creationId xmlns:a16="http://schemas.microsoft.com/office/drawing/2014/main" id="{1842B193-95A1-9899-C9EE-D2D28B9D35C6}"/>
                  </a:ext>
                </a:extLst>
              </p:cNvPr>
              <p:cNvGrpSpPr/>
              <p:nvPr/>
            </p:nvGrpSpPr>
            <p:grpSpPr>
              <a:xfrm>
                <a:off x="3515996" y="883619"/>
                <a:ext cx="2194832" cy="463606"/>
                <a:chOff x="3515996" y="883619"/>
                <a:chExt cx="2194832" cy="463606"/>
              </a:xfrm>
              <a:solidFill>
                <a:srgbClr val="000000"/>
              </a:solidFill>
            </p:grpSpPr>
            <p:sp>
              <p:nvSpPr>
                <p:cNvPr id="99" name="文本框 98">
                  <a:extLst>
                    <a:ext uri="{FF2B5EF4-FFF2-40B4-BE49-F238E27FC236}">
                      <a16:creationId xmlns:a16="http://schemas.microsoft.com/office/drawing/2014/main" id="{197184E3-8655-3CA2-490E-DA1D1092CEBD}"/>
                    </a:ext>
                  </a:extLst>
                </p:cNvPr>
                <p:cNvSpPr txBox="1"/>
                <p:nvPr/>
              </p:nvSpPr>
              <p:spPr>
                <a:xfrm>
                  <a:off x="3515996" y="883619"/>
                  <a:ext cx="1579087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Two largest pooled</a:t>
                  </a:r>
                </a:p>
              </p:txBody>
            </p:sp>
            <p:sp>
              <p:nvSpPr>
                <p:cNvPr id="100" name="文本框 99">
                  <a:extLst>
                    <a:ext uri="{FF2B5EF4-FFF2-40B4-BE49-F238E27FC236}">
                      <a16:creationId xmlns:a16="http://schemas.microsoft.com/office/drawing/2014/main" id="{36221E94-02E9-8560-133D-92F05284380E}"/>
                    </a:ext>
                  </a:extLst>
                </p:cNvPr>
                <p:cNvSpPr txBox="1"/>
                <p:nvPr/>
              </p:nvSpPr>
              <p:spPr>
                <a:xfrm>
                  <a:off x="3515996" y="1070226"/>
                  <a:ext cx="2194832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mathematical contributions</a:t>
                  </a:r>
                </a:p>
              </p:txBody>
            </p:sp>
          </p:grpSp>
        </p:grpSp>
        <p:grpSp>
          <p:nvGrpSpPr>
            <p:cNvPr id="101" name="图形 4">
              <a:extLst>
                <a:ext uri="{FF2B5EF4-FFF2-40B4-BE49-F238E27FC236}">
                  <a16:creationId xmlns:a16="http://schemas.microsoft.com/office/drawing/2014/main" id="{7F98C830-CE33-B6A7-B1B9-4FE97F032AB5}"/>
                </a:ext>
              </a:extLst>
            </p:cNvPr>
            <p:cNvGrpSpPr/>
            <p:nvPr/>
          </p:nvGrpSpPr>
          <p:grpSpPr>
            <a:xfrm>
              <a:off x="6881220" y="618261"/>
              <a:ext cx="3158698" cy="5708646"/>
              <a:chOff x="6881220" y="618261"/>
              <a:chExt cx="3158698" cy="5708646"/>
            </a:xfrm>
          </p:grpSpPr>
          <p:sp>
            <p:nvSpPr>
              <p:cNvPr id="102" name="任意形状 101">
                <a:extLst>
                  <a:ext uri="{FF2B5EF4-FFF2-40B4-BE49-F238E27FC236}">
                    <a16:creationId xmlns:a16="http://schemas.microsoft.com/office/drawing/2014/main" id="{1E4C3CFF-0A55-92F3-BD13-DF26AD403BCB}"/>
                  </a:ext>
                </a:extLst>
              </p:cNvPr>
              <p:cNvSpPr/>
              <p:nvPr/>
            </p:nvSpPr>
            <p:spPr>
              <a:xfrm>
                <a:off x="7568254" y="1438423"/>
                <a:ext cx="2251990" cy="4315270"/>
              </a:xfrm>
              <a:custGeom>
                <a:avLst/>
                <a:gdLst>
                  <a:gd name="csX0" fmla="*/ 0 w 2251990"/>
                  <a:gd name="csY0" fmla="*/ 4315271 h 4315270"/>
                  <a:gd name="csX1" fmla="*/ 2251990 w 2251990"/>
                  <a:gd name="csY1" fmla="*/ 4315271 h 4315270"/>
                  <a:gd name="csX2" fmla="*/ 2251990 w 2251990"/>
                  <a:gd name="csY2" fmla="*/ 0 h 4315270"/>
                  <a:gd name="csX3" fmla="*/ 0 w 2251990"/>
                  <a:gd name="csY3" fmla="*/ 0 h 43152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</a:cxnLst>
                <a:rect l="l" t="t" r="r" b="b"/>
                <a:pathLst>
                  <a:path w="2251990" h="4315270">
                    <a:moveTo>
                      <a:pt x="0" y="4315271"/>
                    </a:moveTo>
                    <a:lnTo>
                      <a:pt x="2251990" y="4315271"/>
                    </a:lnTo>
                    <a:lnTo>
                      <a:pt x="225199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20919" cap="flat">
                <a:noFill/>
                <a:prstDash val="solid"/>
                <a:round/>
              </a:ln>
            </p:spPr>
          </p:sp>
          <p:grpSp>
            <p:nvGrpSpPr>
              <p:cNvPr id="103" name="图形 4">
                <a:extLst>
                  <a:ext uri="{FF2B5EF4-FFF2-40B4-BE49-F238E27FC236}">
                    <a16:creationId xmlns:a16="http://schemas.microsoft.com/office/drawing/2014/main" id="{AAC9CFC7-04E0-48FC-2770-C87D55B90757}"/>
                  </a:ext>
                </a:extLst>
              </p:cNvPr>
              <p:cNvGrpSpPr/>
              <p:nvPr/>
            </p:nvGrpSpPr>
            <p:grpSpPr>
              <a:xfrm>
                <a:off x="7386525" y="5753694"/>
                <a:ext cx="2274909" cy="573213"/>
                <a:chOff x="7386525" y="5753694"/>
                <a:chExt cx="2274909" cy="573213"/>
              </a:xfrm>
              <a:solidFill>
                <a:srgbClr val="000000"/>
              </a:solidFill>
            </p:grpSpPr>
            <p:grpSp>
              <p:nvGrpSpPr>
                <p:cNvPr id="104" name="图形 4">
                  <a:extLst>
                    <a:ext uri="{FF2B5EF4-FFF2-40B4-BE49-F238E27FC236}">
                      <a16:creationId xmlns:a16="http://schemas.microsoft.com/office/drawing/2014/main" id="{944D08E0-DD9D-A838-4FA8-B4ACD2FEA6F1}"/>
                    </a:ext>
                  </a:extLst>
                </p:cNvPr>
                <p:cNvGrpSpPr/>
                <p:nvPr/>
              </p:nvGrpSpPr>
              <p:grpSpPr>
                <a:xfrm>
                  <a:off x="7386525" y="5753694"/>
                  <a:ext cx="458780" cy="332598"/>
                  <a:chOff x="7386525" y="5753694"/>
                  <a:chExt cx="458780" cy="332598"/>
                </a:xfrm>
                <a:solidFill>
                  <a:srgbClr val="000000"/>
                </a:solidFill>
              </p:grpSpPr>
              <p:sp>
                <p:nvSpPr>
                  <p:cNvPr id="105" name="任意形状 104">
                    <a:extLst>
                      <a:ext uri="{FF2B5EF4-FFF2-40B4-BE49-F238E27FC236}">
                        <a16:creationId xmlns:a16="http://schemas.microsoft.com/office/drawing/2014/main" id="{CADEB95B-D0B5-472E-1005-687C0BB64CB0}"/>
                      </a:ext>
                    </a:extLst>
                  </p:cNvPr>
                  <p:cNvSpPr/>
                  <p:nvPr/>
                </p:nvSpPr>
                <p:spPr>
                  <a:xfrm>
                    <a:off x="7640898" y="5753694"/>
                    <a:ext cx="20928" cy="73179"/>
                  </a:xfrm>
                  <a:custGeom>
                    <a:avLst/>
                    <a:gdLst>
                      <a:gd name="csX0" fmla="*/ 365 w 20928"/>
                      <a:gd name="csY0" fmla="*/ 275 h 73179"/>
                      <a:gd name="csX1" fmla="*/ 365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365" y="275"/>
                        </a:moveTo>
                        <a:lnTo>
                          <a:pt x="365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06" name="文本框 105">
                    <a:extLst>
                      <a:ext uri="{FF2B5EF4-FFF2-40B4-BE49-F238E27FC236}">
                        <a16:creationId xmlns:a16="http://schemas.microsoft.com/office/drawing/2014/main" id="{B0639815-F31D-4A0E-AB1F-4715AF2082A5}"/>
                      </a:ext>
                    </a:extLst>
                  </p:cNvPr>
                  <p:cNvSpPr txBox="1"/>
                  <p:nvPr/>
                </p:nvSpPr>
                <p:spPr>
                  <a:xfrm>
                    <a:off x="7386525" y="5824682"/>
                    <a:ext cx="45878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0.00</a:t>
                    </a:r>
                  </a:p>
                </p:txBody>
              </p:sp>
            </p:grpSp>
            <p:grpSp>
              <p:nvGrpSpPr>
                <p:cNvPr id="107" name="图形 4">
                  <a:extLst>
                    <a:ext uri="{FF2B5EF4-FFF2-40B4-BE49-F238E27FC236}">
                      <a16:creationId xmlns:a16="http://schemas.microsoft.com/office/drawing/2014/main" id="{D24990DC-404A-FB54-93C5-DDE2943D4452}"/>
                    </a:ext>
                  </a:extLst>
                </p:cNvPr>
                <p:cNvGrpSpPr/>
                <p:nvPr/>
              </p:nvGrpSpPr>
              <p:grpSpPr>
                <a:xfrm>
                  <a:off x="7991887" y="5753694"/>
                  <a:ext cx="458780" cy="332598"/>
                  <a:chOff x="7991887" y="5753694"/>
                  <a:chExt cx="458780" cy="332598"/>
                </a:xfrm>
                <a:solidFill>
                  <a:srgbClr val="000000"/>
                </a:solidFill>
              </p:grpSpPr>
              <p:sp>
                <p:nvSpPr>
                  <p:cNvPr id="108" name="任意形状 107">
                    <a:extLst>
                      <a:ext uri="{FF2B5EF4-FFF2-40B4-BE49-F238E27FC236}">
                        <a16:creationId xmlns:a16="http://schemas.microsoft.com/office/drawing/2014/main" id="{B97D9E1A-7E75-D27D-574B-C1927C7904FD}"/>
                      </a:ext>
                    </a:extLst>
                  </p:cNvPr>
                  <p:cNvSpPr/>
                  <p:nvPr/>
                </p:nvSpPr>
                <p:spPr>
                  <a:xfrm>
                    <a:off x="8246260" y="5753694"/>
                    <a:ext cx="20928" cy="73179"/>
                  </a:xfrm>
                  <a:custGeom>
                    <a:avLst/>
                    <a:gdLst>
                      <a:gd name="csX0" fmla="*/ 394 w 20928"/>
                      <a:gd name="csY0" fmla="*/ 275 h 73179"/>
                      <a:gd name="csX1" fmla="*/ 394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394" y="275"/>
                        </a:moveTo>
                        <a:lnTo>
                          <a:pt x="394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09" name="文本框 108">
                    <a:extLst>
                      <a:ext uri="{FF2B5EF4-FFF2-40B4-BE49-F238E27FC236}">
                        <a16:creationId xmlns:a16="http://schemas.microsoft.com/office/drawing/2014/main" id="{0DC6A732-F428-CD07-025C-7BBC11286CCB}"/>
                      </a:ext>
                    </a:extLst>
                  </p:cNvPr>
                  <p:cNvSpPr txBox="1"/>
                  <p:nvPr/>
                </p:nvSpPr>
                <p:spPr>
                  <a:xfrm>
                    <a:off x="7991887" y="5824682"/>
                    <a:ext cx="45878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0.25</a:t>
                    </a:r>
                  </a:p>
                </p:txBody>
              </p:sp>
            </p:grpSp>
            <p:grpSp>
              <p:nvGrpSpPr>
                <p:cNvPr id="110" name="图形 4">
                  <a:extLst>
                    <a:ext uri="{FF2B5EF4-FFF2-40B4-BE49-F238E27FC236}">
                      <a16:creationId xmlns:a16="http://schemas.microsoft.com/office/drawing/2014/main" id="{45243ECF-9C7D-482F-5B0D-8D9BE8B02C4B}"/>
                    </a:ext>
                  </a:extLst>
                </p:cNvPr>
                <p:cNvGrpSpPr/>
                <p:nvPr/>
              </p:nvGrpSpPr>
              <p:grpSpPr>
                <a:xfrm>
                  <a:off x="8597270" y="5753694"/>
                  <a:ext cx="458780" cy="332598"/>
                  <a:chOff x="8597270" y="5753694"/>
                  <a:chExt cx="458780" cy="332598"/>
                </a:xfrm>
                <a:solidFill>
                  <a:srgbClr val="000000"/>
                </a:solidFill>
              </p:grpSpPr>
              <p:sp>
                <p:nvSpPr>
                  <p:cNvPr id="111" name="任意形状 110">
                    <a:extLst>
                      <a:ext uri="{FF2B5EF4-FFF2-40B4-BE49-F238E27FC236}">
                        <a16:creationId xmlns:a16="http://schemas.microsoft.com/office/drawing/2014/main" id="{63657131-5AF1-19FD-2E4C-208FAEF49D99}"/>
                      </a:ext>
                    </a:extLst>
                  </p:cNvPr>
                  <p:cNvSpPr/>
                  <p:nvPr/>
                </p:nvSpPr>
                <p:spPr>
                  <a:xfrm>
                    <a:off x="8851644" y="5753694"/>
                    <a:ext cx="20928" cy="73179"/>
                  </a:xfrm>
                  <a:custGeom>
                    <a:avLst/>
                    <a:gdLst>
                      <a:gd name="csX0" fmla="*/ 423 w 20928"/>
                      <a:gd name="csY0" fmla="*/ 275 h 73179"/>
                      <a:gd name="csX1" fmla="*/ 423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423" y="275"/>
                        </a:moveTo>
                        <a:lnTo>
                          <a:pt x="423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12" name="文本框 111">
                    <a:extLst>
                      <a:ext uri="{FF2B5EF4-FFF2-40B4-BE49-F238E27FC236}">
                        <a16:creationId xmlns:a16="http://schemas.microsoft.com/office/drawing/2014/main" id="{621A5FC0-0259-0B52-B3C4-08FD6294EB9E}"/>
                      </a:ext>
                    </a:extLst>
                  </p:cNvPr>
                  <p:cNvSpPr txBox="1"/>
                  <p:nvPr/>
                </p:nvSpPr>
                <p:spPr>
                  <a:xfrm>
                    <a:off x="8597270" y="5824682"/>
                    <a:ext cx="45878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0.50</a:t>
                    </a:r>
                  </a:p>
                </p:txBody>
              </p:sp>
            </p:grpSp>
            <p:grpSp>
              <p:nvGrpSpPr>
                <p:cNvPr id="113" name="图形 4">
                  <a:extLst>
                    <a:ext uri="{FF2B5EF4-FFF2-40B4-BE49-F238E27FC236}">
                      <a16:creationId xmlns:a16="http://schemas.microsoft.com/office/drawing/2014/main" id="{AB5625CC-C41C-D63C-A0AA-752C05A6AE18}"/>
                    </a:ext>
                  </a:extLst>
                </p:cNvPr>
                <p:cNvGrpSpPr/>
                <p:nvPr/>
              </p:nvGrpSpPr>
              <p:grpSpPr>
                <a:xfrm>
                  <a:off x="9202654" y="5753694"/>
                  <a:ext cx="458780" cy="332598"/>
                  <a:chOff x="9202654" y="5753694"/>
                  <a:chExt cx="458780" cy="332598"/>
                </a:xfrm>
                <a:solidFill>
                  <a:srgbClr val="000000"/>
                </a:solidFill>
              </p:grpSpPr>
              <p:sp>
                <p:nvSpPr>
                  <p:cNvPr id="114" name="任意形状 113">
                    <a:extLst>
                      <a:ext uri="{FF2B5EF4-FFF2-40B4-BE49-F238E27FC236}">
                        <a16:creationId xmlns:a16="http://schemas.microsoft.com/office/drawing/2014/main" id="{3E5F630F-36BB-D1C8-78F4-DDA2E045A5AA}"/>
                      </a:ext>
                    </a:extLst>
                  </p:cNvPr>
                  <p:cNvSpPr/>
                  <p:nvPr/>
                </p:nvSpPr>
                <p:spPr>
                  <a:xfrm>
                    <a:off x="9457027" y="5753694"/>
                    <a:ext cx="20928" cy="73179"/>
                  </a:xfrm>
                  <a:custGeom>
                    <a:avLst/>
                    <a:gdLst>
                      <a:gd name="csX0" fmla="*/ 452 w 20928"/>
                      <a:gd name="csY0" fmla="*/ 275 h 73179"/>
                      <a:gd name="csX1" fmla="*/ 452 w 20928"/>
                      <a:gd name="csY1" fmla="*/ 73455 h 73179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20928" h="73179">
                        <a:moveTo>
                          <a:pt x="452" y="275"/>
                        </a:moveTo>
                        <a:lnTo>
                          <a:pt x="452" y="7345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15" name="文本框 114">
                    <a:extLst>
                      <a:ext uri="{FF2B5EF4-FFF2-40B4-BE49-F238E27FC236}">
                        <a16:creationId xmlns:a16="http://schemas.microsoft.com/office/drawing/2014/main" id="{DBF4C325-DC43-ABF8-EF3E-0BAAA197D57A}"/>
                      </a:ext>
                    </a:extLst>
                  </p:cNvPr>
                  <p:cNvSpPr txBox="1"/>
                  <p:nvPr/>
                </p:nvSpPr>
                <p:spPr>
                  <a:xfrm>
                    <a:off x="9202654" y="5824682"/>
                    <a:ext cx="458780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0.75</a:t>
                    </a:r>
                  </a:p>
                </p:txBody>
              </p:sp>
            </p:grpSp>
            <p:sp>
              <p:nvSpPr>
                <p:cNvPr id="116" name="文本框 115">
                  <a:extLst>
                    <a:ext uri="{FF2B5EF4-FFF2-40B4-BE49-F238E27FC236}">
                      <a16:creationId xmlns:a16="http://schemas.microsoft.com/office/drawing/2014/main" id="{C2E192F1-58F1-7B42-8D32-3558AF522CC1}"/>
                    </a:ext>
                  </a:extLst>
                </p:cNvPr>
                <p:cNvSpPr txBox="1"/>
                <p:nvPr/>
              </p:nvSpPr>
              <p:spPr>
                <a:xfrm>
                  <a:off x="7639507" y="6065297"/>
                  <a:ext cx="1806905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Median cohort dominance</a:t>
                  </a:r>
                </a:p>
              </p:txBody>
            </p:sp>
          </p:grpSp>
          <p:grpSp>
            <p:nvGrpSpPr>
              <p:cNvPr id="117" name="图形 4">
                <a:extLst>
                  <a:ext uri="{FF2B5EF4-FFF2-40B4-BE49-F238E27FC236}">
                    <a16:creationId xmlns:a16="http://schemas.microsoft.com/office/drawing/2014/main" id="{A01ACA1B-A54C-5C9D-727C-F1327E16781A}"/>
                  </a:ext>
                </a:extLst>
              </p:cNvPr>
              <p:cNvGrpSpPr/>
              <p:nvPr/>
            </p:nvGrpSpPr>
            <p:grpSpPr>
              <a:xfrm>
                <a:off x="6881220" y="1761239"/>
                <a:ext cx="687034" cy="3934188"/>
                <a:chOff x="6881220" y="1761239"/>
                <a:chExt cx="687034" cy="3934188"/>
              </a:xfrm>
              <a:solidFill>
                <a:srgbClr val="000000"/>
              </a:solidFill>
            </p:grpSpPr>
            <p:grpSp>
              <p:nvGrpSpPr>
                <p:cNvPr id="118" name="图形 4">
                  <a:extLst>
                    <a:ext uri="{FF2B5EF4-FFF2-40B4-BE49-F238E27FC236}">
                      <a16:creationId xmlns:a16="http://schemas.microsoft.com/office/drawing/2014/main" id="{0A234C8D-AA7E-24CA-7076-92912AF0B0F0}"/>
                    </a:ext>
                  </a:extLst>
                </p:cNvPr>
                <p:cNvGrpSpPr/>
                <p:nvPr/>
              </p:nvGrpSpPr>
              <p:grpSpPr>
                <a:xfrm>
                  <a:off x="7097564" y="5433817"/>
                  <a:ext cx="470690" cy="261610"/>
                  <a:chOff x="7097564" y="5433817"/>
                  <a:chExt cx="470690" cy="261610"/>
                </a:xfrm>
                <a:solidFill>
                  <a:srgbClr val="000000"/>
                </a:solidFill>
              </p:grpSpPr>
              <p:sp>
                <p:nvSpPr>
                  <p:cNvPr id="119" name="任意形状 118">
                    <a:extLst>
                      <a:ext uri="{FF2B5EF4-FFF2-40B4-BE49-F238E27FC236}">
                        <a16:creationId xmlns:a16="http://schemas.microsoft.com/office/drawing/2014/main" id="{0E61CCA3-9138-6F6E-A09D-C8570B9C0BCC}"/>
                      </a:ext>
                    </a:extLst>
                  </p:cNvPr>
                  <p:cNvSpPr/>
                  <p:nvPr/>
                </p:nvSpPr>
                <p:spPr>
                  <a:xfrm>
                    <a:off x="7495004" y="5570075"/>
                    <a:ext cx="73250" cy="20908"/>
                  </a:xfrm>
                  <a:custGeom>
                    <a:avLst/>
                    <a:gdLst>
                      <a:gd name="csX0" fmla="*/ 73612 w 73250"/>
                      <a:gd name="csY0" fmla="*/ 266 h 20908"/>
                      <a:gd name="csX1" fmla="*/ 362 w 73250"/>
                      <a:gd name="csY1" fmla="*/ 266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612" y="266"/>
                        </a:moveTo>
                        <a:lnTo>
                          <a:pt x="362" y="266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20" name="文本框 119">
                    <a:extLst>
                      <a:ext uri="{FF2B5EF4-FFF2-40B4-BE49-F238E27FC236}">
                        <a16:creationId xmlns:a16="http://schemas.microsoft.com/office/drawing/2014/main" id="{3D861034-9B58-4A75-577D-5C323DAA39A8}"/>
                      </a:ext>
                    </a:extLst>
                  </p:cNvPr>
                  <p:cNvSpPr txBox="1"/>
                  <p:nvPr/>
                </p:nvSpPr>
                <p:spPr>
                  <a:xfrm>
                    <a:off x="7097564" y="5433817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0.0</a:t>
                    </a:r>
                  </a:p>
                </p:txBody>
              </p:sp>
            </p:grpSp>
            <p:grpSp>
              <p:nvGrpSpPr>
                <p:cNvPr id="121" name="图形 4">
                  <a:extLst>
                    <a:ext uri="{FF2B5EF4-FFF2-40B4-BE49-F238E27FC236}">
                      <a16:creationId xmlns:a16="http://schemas.microsoft.com/office/drawing/2014/main" id="{F2C8F1EA-D7B2-F0E4-FFFC-4AE9A9D5C1E7}"/>
                    </a:ext>
                  </a:extLst>
                </p:cNvPr>
                <p:cNvGrpSpPr/>
                <p:nvPr/>
              </p:nvGrpSpPr>
              <p:grpSpPr>
                <a:xfrm>
                  <a:off x="7097564" y="4515661"/>
                  <a:ext cx="470690" cy="261610"/>
                  <a:chOff x="7097564" y="4515661"/>
                  <a:chExt cx="470690" cy="261610"/>
                </a:xfrm>
                <a:solidFill>
                  <a:srgbClr val="000000"/>
                </a:solidFill>
              </p:grpSpPr>
              <p:sp>
                <p:nvSpPr>
                  <p:cNvPr id="122" name="任意形状 121">
                    <a:extLst>
                      <a:ext uri="{FF2B5EF4-FFF2-40B4-BE49-F238E27FC236}">
                        <a16:creationId xmlns:a16="http://schemas.microsoft.com/office/drawing/2014/main" id="{FAEB9E20-334A-CDF2-3F8F-59C76B5169B2}"/>
                      </a:ext>
                    </a:extLst>
                  </p:cNvPr>
                  <p:cNvSpPr/>
                  <p:nvPr/>
                </p:nvSpPr>
                <p:spPr>
                  <a:xfrm>
                    <a:off x="7495004" y="4651919"/>
                    <a:ext cx="73250" cy="20908"/>
                  </a:xfrm>
                  <a:custGeom>
                    <a:avLst/>
                    <a:gdLst>
                      <a:gd name="csX0" fmla="*/ 73612 w 73250"/>
                      <a:gd name="csY0" fmla="*/ 222 h 20908"/>
                      <a:gd name="csX1" fmla="*/ 362 w 73250"/>
                      <a:gd name="csY1" fmla="*/ 222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612" y="222"/>
                        </a:moveTo>
                        <a:lnTo>
                          <a:pt x="362" y="222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23" name="文本框 122">
                    <a:extLst>
                      <a:ext uri="{FF2B5EF4-FFF2-40B4-BE49-F238E27FC236}">
                        <a16:creationId xmlns:a16="http://schemas.microsoft.com/office/drawing/2014/main" id="{1C93B591-8F3E-41D4-24F4-CE784B2B081D}"/>
                      </a:ext>
                    </a:extLst>
                  </p:cNvPr>
                  <p:cNvSpPr txBox="1"/>
                  <p:nvPr/>
                </p:nvSpPr>
                <p:spPr>
                  <a:xfrm>
                    <a:off x="7097564" y="4515661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0.2</a:t>
                    </a:r>
                  </a:p>
                </p:txBody>
              </p:sp>
            </p:grpSp>
            <p:grpSp>
              <p:nvGrpSpPr>
                <p:cNvPr id="124" name="图形 4">
                  <a:extLst>
                    <a:ext uri="{FF2B5EF4-FFF2-40B4-BE49-F238E27FC236}">
                      <a16:creationId xmlns:a16="http://schemas.microsoft.com/office/drawing/2014/main" id="{F71C84CF-D4B6-DAFE-0571-CE64BEC589EF}"/>
                    </a:ext>
                  </a:extLst>
                </p:cNvPr>
                <p:cNvGrpSpPr/>
                <p:nvPr/>
              </p:nvGrpSpPr>
              <p:grpSpPr>
                <a:xfrm>
                  <a:off x="7097564" y="3597525"/>
                  <a:ext cx="470690" cy="261610"/>
                  <a:chOff x="7097564" y="3597525"/>
                  <a:chExt cx="470690" cy="261610"/>
                </a:xfrm>
                <a:solidFill>
                  <a:srgbClr val="000000"/>
                </a:solidFill>
              </p:grpSpPr>
              <p:sp>
                <p:nvSpPr>
                  <p:cNvPr id="125" name="任意形状 124">
                    <a:extLst>
                      <a:ext uri="{FF2B5EF4-FFF2-40B4-BE49-F238E27FC236}">
                        <a16:creationId xmlns:a16="http://schemas.microsoft.com/office/drawing/2014/main" id="{7CAFF040-8102-5F02-B615-55E4C72D1E36}"/>
                      </a:ext>
                    </a:extLst>
                  </p:cNvPr>
                  <p:cNvSpPr/>
                  <p:nvPr/>
                </p:nvSpPr>
                <p:spPr>
                  <a:xfrm>
                    <a:off x="7495004" y="3733783"/>
                    <a:ext cx="73250" cy="20908"/>
                  </a:xfrm>
                  <a:custGeom>
                    <a:avLst/>
                    <a:gdLst>
                      <a:gd name="csX0" fmla="*/ 73612 w 73250"/>
                      <a:gd name="csY0" fmla="*/ 179 h 20908"/>
                      <a:gd name="csX1" fmla="*/ 362 w 73250"/>
                      <a:gd name="csY1" fmla="*/ 179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612" y="179"/>
                        </a:moveTo>
                        <a:lnTo>
                          <a:pt x="362" y="179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26" name="文本框 125">
                    <a:extLst>
                      <a:ext uri="{FF2B5EF4-FFF2-40B4-BE49-F238E27FC236}">
                        <a16:creationId xmlns:a16="http://schemas.microsoft.com/office/drawing/2014/main" id="{58354BF4-B171-71BF-F0BD-0E84045F41B6}"/>
                      </a:ext>
                    </a:extLst>
                  </p:cNvPr>
                  <p:cNvSpPr txBox="1"/>
                  <p:nvPr/>
                </p:nvSpPr>
                <p:spPr>
                  <a:xfrm>
                    <a:off x="7097564" y="3597525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0.4</a:t>
                    </a:r>
                  </a:p>
                </p:txBody>
              </p:sp>
            </p:grpSp>
            <p:grpSp>
              <p:nvGrpSpPr>
                <p:cNvPr id="127" name="图形 4">
                  <a:extLst>
                    <a:ext uri="{FF2B5EF4-FFF2-40B4-BE49-F238E27FC236}">
                      <a16:creationId xmlns:a16="http://schemas.microsoft.com/office/drawing/2014/main" id="{2F4D14BB-C39B-EE8A-39E8-1F0F0F20A95C}"/>
                    </a:ext>
                  </a:extLst>
                </p:cNvPr>
                <p:cNvGrpSpPr/>
                <p:nvPr/>
              </p:nvGrpSpPr>
              <p:grpSpPr>
                <a:xfrm>
                  <a:off x="7097564" y="2679390"/>
                  <a:ext cx="470690" cy="261610"/>
                  <a:chOff x="7097564" y="2679390"/>
                  <a:chExt cx="470690" cy="261610"/>
                </a:xfrm>
                <a:solidFill>
                  <a:srgbClr val="000000"/>
                </a:solidFill>
              </p:grpSpPr>
              <p:sp>
                <p:nvSpPr>
                  <p:cNvPr id="128" name="任意形状 127">
                    <a:extLst>
                      <a:ext uri="{FF2B5EF4-FFF2-40B4-BE49-F238E27FC236}">
                        <a16:creationId xmlns:a16="http://schemas.microsoft.com/office/drawing/2014/main" id="{B8542BA5-E39F-1F67-E120-5D60746B5587}"/>
                      </a:ext>
                    </a:extLst>
                  </p:cNvPr>
                  <p:cNvSpPr/>
                  <p:nvPr/>
                </p:nvSpPr>
                <p:spPr>
                  <a:xfrm>
                    <a:off x="7495004" y="2815648"/>
                    <a:ext cx="73250" cy="20908"/>
                  </a:xfrm>
                  <a:custGeom>
                    <a:avLst/>
                    <a:gdLst>
                      <a:gd name="csX0" fmla="*/ 73612 w 73250"/>
                      <a:gd name="csY0" fmla="*/ 135 h 20908"/>
                      <a:gd name="csX1" fmla="*/ 362 w 73250"/>
                      <a:gd name="csY1" fmla="*/ 135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612" y="135"/>
                        </a:moveTo>
                        <a:lnTo>
                          <a:pt x="362" y="135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29" name="文本框 128">
                    <a:extLst>
                      <a:ext uri="{FF2B5EF4-FFF2-40B4-BE49-F238E27FC236}">
                        <a16:creationId xmlns:a16="http://schemas.microsoft.com/office/drawing/2014/main" id="{0B1FFB18-CCE1-4DAE-EA7B-AD2658A3F891}"/>
                      </a:ext>
                    </a:extLst>
                  </p:cNvPr>
                  <p:cNvSpPr txBox="1"/>
                  <p:nvPr/>
                </p:nvSpPr>
                <p:spPr>
                  <a:xfrm>
                    <a:off x="7097564" y="2679390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0.6</a:t>
                    </a:r>
                  </a:p>
                </p:txBody>
              </p:sp>
            </p:grpSp>
            <p:grpSp>
              <p:nvGrpSpPr>
                <p:cNvPr id="130" name="图形 4">
                  <a:extLst>
                    <a:ext uri="{FF2B5EF4-FFF2-40B4-BE49-F238E27FC236}">
                      <a16:creationId xmlns:a16="http://schemas.microsoft.com/office/drawing/2014/main" id="{7714355C-4517-DBD0-58BA-115ED5DC475F}"/>
                    </a:ext>
                  </a:extLst>
                </p:cNvPr>
                <p:cNvGrpSpPr/>
                <p:nvPr/>
              </p:nvGrpSpPr>
              <p:grpSpPr>
                <a:xfrm>
                  <a:off x="7097564" y="1761239"/>
                  <a:ext cx="470690" cy="261610"/>
                  <a:chOff x="7097564" y="1761239"/>
                  <a:chExt cx="470690" cy="261610"/>
                </a:xfrm>
                <a:solidFill>
                  <a:srgbClr val="000000"/>
                </a:solidFill>
              </p:grpSpPr>
              <p:sp>
                <p:nvSpPr>
                  <p:cNvPr id="131" name="任意形状 130">
                    <a:extLst>
                      <a:ext uri="{FF2B5EF4-FFF2-40B4-BE49-F238E27FC236}">
                        <a16:creationId xmlns:a16="http://schemas.microsoft.com/office/drawing/2014/main" id="{50DBB1D3-3D12-221B-C137-63365F843217}"/>
                      </a:ext>
                    </a:extLst>
                  </p:cNvPr>
                  <p:cNvSpPr/>
                  <p:nvPr/>
                </p:nvSpPr>
                <p:spPr>
                  <a:xfrm>
                    <a:off x="7495004" y="1897495"/>
                    <a:ext cx="73250" cy="20908"/>
                  </a:xfrm>
                  <a:custGeom>
                    <a:avLst/>
                    <a:gdLst>
                      <a:gd name="csX0" fmla="*/ 73612 w 73250"/>
                      <a:gd name="csY0" fmla="*/ 91 h 20908"/>
                      <a:gd name="csX1" fmla="*/ 362 w 73250"/>
                      <a:gd name="csY1" fmla="*/ 91 h 2090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</a:cxnLst>
                    <a:rect l="l" t="t" r="r" b="b"/>
                    <a:pathLst>
                      <a:path w="73250" h="20908">
                        <a:moveTo>
                          <a:pt x="73612" y="91"/>
                        </a:moveTo>
                        <a:lnTo>
                          <a:pt x="362" y="91"/>
                        </a:lnTo>
                      </a:path>
                    </a:pathLst>
                  </a:custGeom>
                  <a:solidFill>
                    <a:srgbClr val="000000"/>
                  </a:solidFill>
                  <a:ln w="16735" cap="flat">
                    <a:solidFill>
                      <a:srgbClr val="000000"/>
                    </a:solidFill>
                    <a:prstDash val="solid"/>
                    <a:round/>
                  </a:ln>
                </p:spPr>
              </p:sp>
              <p:sp>
                <p:nvSpPr>
                  <p:cNvPr id="132" name="文本框 131">
                    <a:extLst>
                      <a:ext uri="{FF2B5EF4-FFF2-40B4-BE49-F238E27FC236}">
                        <a16:creationId xmlns:a16="http://schemas.microsoft.com/office/drawing/2014/main" id="{44DE3742-6F84-6021-0D88-ADA15FD7B763}"/>
                      </a:ext>
                    </a:extLst>
                  </p:cNvPr>
                  <p:cNvSpPr txBox="1"/>
                  <p:nvPr/>
                </p:nvSpPr>
                <p:spPr>
                  <a:xfrm>
                    <a:off x="7097564" y="1761239"/>
                    <a:ext cx="380232" cy="261610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l"/>
                    <a:r>
                      <a:rPr lang="zh-CN" altLang="en-US" sz="1100" spc="0" baseline="0">
                        <a:ln/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  <a:rtl val="0"/>
                      </a:rPr>
                      <a:t>0.8</a:t>
                    </a:r>
                  </a:p>
                </p:txBody>
              </p:sp>
            </p:grpSp>
            <p:sp>
              <p:nvSpPr>
                <p:cNvPr id="133" name="文本框 132">
                  <a:extLst>
                    <a:ext uri="{FF2B5EF4-FFF2-40B4-BE49-F238E27FC236}">
                      <a16:creationId xmlns:a16="http://schemas.microsoft.com/office/drawing/2014/main" id="{42EBF4CC-79A2-B1DC-1586-47BDF2C5B278}"/>
                    </a:ext>
                  </a:extLst>
                </p:cNvPr>
                <p:cNvSpPr txBox="1"/>
                <p:nvPr/>
              </p:nvSpPr>
              <p:spPr>
                <a:xfrm rot="16200000">
                  <a:off x="6080519" y="3465254"/>
                  <a:ext cx="1863011" cy="261610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100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Median cohort cancellation</a:t>
                  </a:r>
                </a:p>
              </p:txBody>
            </p:sp>
          </p:grpSp>
          <p:sp>
            <p:nvSpPr>
              <p:cNvPr id="134" name="任意形状 133">
                <a:extLst>
                  <a:ext uri="{FF2B5EF4-FFF2-40B4-BE49-F238E27FC236}">
                    <a16:creationId xmlns:a16="http://schemas.microsoft.com/office/drawing/2014/main" id="{01CE2A6D-0AC9-7C3D-060C-162B1DB65DE4}"/>
                  </a:ext>
                </a:extLst>
              </p:cNvPr>
              <p:cNvSpPr/>
              <p:nvPr/>
            </p:nvSpPr>
            <p:spPr>
              <a:xfrm>
                <a:off x="7568254" y="1438423"/>
                <a:ext cx="20928" cy="4315270"/>
              </a:xfrm>
              <a:custGeom>
                <a:avLst/>
                <a:gdLst>
                  <a:gd name="csX0" fmla="*/ 0 w 20928"/>
                  <a:gd name="csY0" fmla="*/ 4315271 h 4315270"/>
                  <a:gd name="csX1" fmla="*/ 0 w 20928"/>
                  <a:gd name="csY1" fmla="*/ 0 h 431527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0928" h="4315270">
                    <a:moveTo>
                      <a:pt x="0" y="4315271"/>
                    </a:moveTo>
                    <a:lnTo>
                      <a:pt x="0" y="0"/>
                    </a:lnTo>
                  </a:path>
                </a:pathLst>
              </a:custGeom>
              <a:noFill/>
              <a:ln w="1673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35" name="任意形状 134">
                <a:extLst>
                  <a:ext uri="{FF2B5EF4-FFF2-40B4-BE49-F238E27FC236}">
                    <a16:creationId xmlns:a16="http://schemas.microsoft.com/office/drawing/2014/main" id="{1D686218-F148-4841-6CA1-B3591A4845EB}"/>
                  </a:ext>
                </a:extLst>
              </p:cNvPr>
              <p:cNvSpPr/>
              <p:nvPr/>
            </p:nvSpPr>
            <p:spPr>
              <a:xfrm>
                <a:off x="7568254" y="5753694"/>
                <a:ext cx="2251990" cy="20908"/>
              </a:xfrm>
              <a:custGeom>
                <a:avLst/>
                <a:gdLst>
                  <a:gd name="csX0" fmla="*/ 0 w 2251990"/>
                  <a:gd name="csY0" fmla="*/ 0 h 20908"/>
                  <a:gd name="csX1" fmla="*/ 2251990 w 2251990"/>
                  <a:gd name="csY1" fmla="*/ 0 h 2090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</a:cxnLst>
                <a:rect l="l" t="t" r="r" b="b"/>
                <a:pathLst>
                  <a:path w="2251990" h="20908">
                    <a:moveTo>
                      <a:pt x="0" y="0"/>
                    </a:moveTo>
                    <a:lnTo>
                      <a:pt x="2251990" y="0"/>
                    </a:lnTo>
                  </a:path>
                </a:pathLst>
              </a:custGeom>
              <a:noFill/>
              <a:ln w="16735" cap="sq">
                <a:solidFill>
                  <a:srgbClr val="000000"/>
                </a:solidFill>
                <a:prstDash val="solid"/>
                <a:miter/>
              </a:ln>
            </p:spPr>
          </p:sp>
          <p:sp>
            <p:nvSpPr>
              <p:cNvPr id="136" name="任意形状 135">
                <a:extLst>
                  <a:ext uri="{FF2B5EF4-FFF2-40B4-BE49-F238E27FC236}">
                    <a16:creationId xmlns:a16="http://schemas.microsoft.com/office/drawing/2014/main" id="{BC30FEFD-39DA-8AAE-96E2-07C5A187035A}"/>
                  </a:ext>
                </a:extLst>
              </p:cNvPr>
              <p:cNvSpPr/>
              <p:nvPr/>
            </p:nvSpPr>
            <p:spPr>
              <a:xfrm>
                <a:off x="8238083" y="4110958"/>
                <a:ext cx="214130" cy="213924"/>
              </a:xfrm>
              <a:custGeom>
                <a:avLst/>
                <a:gdLst>
                  <a:gd name="csX0" fmla="*/ 107464 w 214130"/>
                  <a:gd name="csY0" fmla="*/ 214126 h 213924"/>
                  <a:gd name="csX1" fmla="*/ 183170 w 214130"/>
                  <a:gd name="csY1" fmla="*/ 182797 h 213924"/>
                  <a:gd name="csX2" fmla="*/ 214529 w 214130"/>
                  <a:gd name="csY2" fmla="*/ 107164 h 213924"/>
                  <a:gd name="csX3" fmla="*/ 183170 w 214130"/>
                  <a:gd name="csY3" fmla="*/ 31530 h 213924"/>
                  <a:gd name="csX4" fmla="*/ 107464 w 214130"/>
                  <a:gd name="csY4" fmla="*/ 202 h 213924"/>
                  <a:gd name="csX5" fmla="*/ 31757 w 214130"/>
                  <a:gd name="csY5" fmla="*/ 31530 h 213924"/>
                  <a:gd name="csX6" fmla="*/ 399 w 214130"/>
                  <a:gd name="csY6" fmla="*/ 107164 h 213924"/>
                  <a:gd name="csX7" fmla="*/ 31757 w 214130"/>
                  <a:gd name="csY7" fmla="*/ 182797 h 213924"/>
                  <a:gd name="csX8" fmla="*/ 107464 w 214130"/>
                  <a:gd name="csY8" fmla="*/ 214126 h 21392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14130" h="213924">
                    <a:moveTo>
                      <a:pt x="107464" y="214126"/>
                    </a:moveTo>
                    <a:cubicBezTo>
                      <a:pt x="135858" y="214126"/>
                      <a:pt x="163093" y="202855"/>
                      <a:pt x="183170" y="182797"/>
                    </a:cubicBezTo>
                    <a:cubicBezTo>
                      <a:pt x="203248" y="162739"/>
                      <a:pt x="214529" y="135530"/>
                      <a:pt x="214529" y="107164"/>
                    </a:cubicBezTo>
                    <a:cubicBezTo>
                      <a:pt x="214529" y="78797"/>
                      <a:pt x="203248" y="51588"/>
                      <a:pt x="183170" y="31530"/>
                    </a:cubicBezTo>
                    <a:cubicBezTo>
                      <a:pt x="163093" y="11472"/>
                      <a:pt x="135858" y="202"/>
                      <a:pt x="107464" y="202"/>
                    </a:cubicBezTo>
                    <a:cubicBezTo>
                      <a:pt x="79070" y="202"/>
                      <a:pt x="51835" y="11472"/>
                      <a:pt x="31757" y="31530"/>
                    </a:cubicBezTo>
                    <a:cubicBezTo>
                      <a:pt x="11680" y="51588"/>
                      <a:pt x="399" y="78797"/>
                      <a:pt x="399" y="107164"/>
                    </a:cubicBezTo>
                    <a:cubicBezTo>
                      <a:pt x="399" y="135530"/>
                      <a:pt x="11680" y="162739"/>
                      <a:pt x="31757" y="182797"/>
                    </a:cubicBezTo>
                    <a:cubicBezTo>
                      <a:pt x="51835" y="202855"/>
                      <a:pt x="79070" y="214126"/>
                      <a:pt x="107464" y="214126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37" name="文本框 136">
                <a:extLst>
                  <a:ext uri="{FF2B5EF4-FFF2-40B4-BE49-F238E27FC236}">
                    <a16:creationId xmlns:a16="http://schemas.microsoft.com/office/drawing/2014/main" id="{3F6CDF17-2BB8-89B4-B4B4-96FE138278D8}"/>
                  </a:ext>
                </a:extLst>
              </p:cNvPr>
              <p:cNvSpPr txBox="1"/>
              <p:nvPr/>
            </p:nvSpPr>
            <p:spPr>
              <a:xfrm>
                <a:off x="8388974" y="4109277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SIG001</a:t>
                </a:r>
              </a:p>
            </p:txBody>
          </p:sp>
          <p:sp>
            <p:nvSpPr>
              <p:cNvPr id="138" name="任意形状 137">
                <a:extLst>
                  <a:ext uri="{FF2B5EF4-FFF2-40B4-BE49-F238E27FC236}">
                    <a16:creationId xmlns:a16="http://schemas.microsoft.com/office/drawing/2014/main" id="{A41EEAA3-B80D-6495-B18D-0585B4F7AE78}"/>
                  </a:ext>
                </a:extLst>
              </p:cNvPr>
              <p:cNvSpPr/>
              <p:nvPr/>
            </p:nvSpPr>
            <p:spPr>
              <a:xfrm>
                <a:off x="8762496" y="3208464"/>
                <a:ext cx="226432" cy="226214"/>
              </a:xfrm>
              <a:custGeom>
                <a:avLst/>
                <a:gdLst>
                  <a:gd name="csX0" fmla="*/ 113640 w 226432"/>
                  <a:gd name="csY0" fmla="*/ 226373 h 226214"/>
                  <a:gd name="csX1" fmla="*/ 193696 w 226432"/>
                  <a:gd name="csY1" fmla="*/ 193245 h 226214"/>
                  <a:gd name="csX2" fmla="*/ 226856 w 226432"/>
                  <a:gd name="csY2" fmla="*/ 113266 h 226214"/>
                  <a:gd name="csX3" fmla="*/ 193696 w 226432"/>
                  <a:gd name="csY3" fmla="*/ 33287 h 226214"/>
                  <a:gd name="csX4" fmla="*/ 113640 w 226432"/>
                  <a:gd name="csY4" fmla="*/ 159 h 226214"/>
                  <a:gd name="csX5" fmla="*/ 33584 w 226432"/>
                  <a:gd name="csY5" fmla="*/ 33287 h 226214"/>
                  <a:gd name="csX6" fmla="*/ 424 w 226432"/>
                  <a:gd name="csY6" fmla="*/ 113266 h 226214"/>
                  <a:gd name="csX7" fmla="*/ 33584 w 226432"/>
                  <a:gd name="csY7" fmla="*/ 193245 h 226214"/>
                  <a:gd name="csX8" fmla="*/ 113640 w 226432"/>
                  <a:gd name="csY8" fmla="*/ 226373 h 226214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26432" h="226214">
                    <a:moveTo>
                      <a:pt x="113640" y="226373"/>
                    </a:moveTo>
                    <a:cubicBezTo>
                      <a:pt x="143666" y="226373"/>
                      <a:pt x="172465" y="214455"/>
                      <a:pt x="193696" y="193245"/>
                    </a:cubicBezTo>
                    <a:cubicBezTo>
                      <a:pt x="214927" y="172034"/>
                      <a:pt x="226856" y="143262"/>
                      <a:pt x="226856" y="113266"/>
                    </a:cubicBezTo>
                    <a:cubicBezTo>
                      <a:pt x="226856" y="83269"/>
                      <a:pt x="214927" y="54498"/>
                      <a:pt x="193696" y="33287"/>
                    </a:cubicBezTo>
                    <a:cubicBezTo>
                      <a:pt x="172465" y="12077"/>
                      <a:pt x="143666" y="159"/>
                      <a:pt x="113640" y="159"/>
                    </a:cubicBezTo>
                    <a:cubicBezTo>
                      <a:pt x="83615" y="159"/>
                      <a:pt x="54815" y="12077"/>
                      <a:pt x="33584" y="33287"/>
                    </a:cubicBezTo>
                    <a:cubicBezTo>
                      <a:pt x="12353" y="54498"/>
                      <a:pt x="424" y="83269"/>
                      <a:pt x="424" y="113266"/>
                    </a:cubicBezTo>
                    <a:cubicBezTo>
                      <a:pt x="424" y="143262"/>
                      <a:pt x="12353" y="172034"/>
                      <a:pt x="33584" y="193245"/>
                    </a:cubicBezTo>
                    <a:cubicBezTo>
                      <a:pt x="54815" y="214455"/>
                      <a:pt x="83615" y="226373"/>
                      <a:pt x="113640" y="226373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39" name="文本框 138">
                <a:extLst>
                  <a:ext uri="{FF2B5EF4-FFF2-40B4-BE49-F238E27FC236}">
                    <a16:creationId xmlns:a16="http://schemas.microsoft.com/office/drawing/2014/main" id="{0500E9FC-CDC8-0928-58A3-2E29774B13E2}"/>
                  </a:ext>
                </a:extLst>
              </p:cNvPr>
              <p:cNvSpPr txBox="1"/>
              <p:nvPr/>
            </p:nvSpPr>
            <p:spPr>
              <a:xfrm>
                <a:off x="8939199" y="3205489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SIG002</a:t>
                </a:r>
              </a:p>
            </p:txBody>
          </p:sp>
          <p:sp>
            <p:nvSpPr>
              <p:cNvPr id="140" name="任意形状 139">
                <a:extLst>
                  <a:ext uri="{FF2B5EF4-FFF2-40B4-BE49-F238E27FC236}">
                    <a16:creationId xmlns:a16="http://schemas.microsoft.com/office/drawing/2014/main" id="{74485179-674E-2ED5-DD4D-C8D670EF61FA}"/>
                  </a:ext>
                </a:extLst>
              </p:cNvPr>
              <p:cNvSpPr/>
              <p:nvPr/>
            </p:nvSpPr>
            <p:spPr>
              <a:xfrm>
                <a:off x="9183443" y="5469690"/>
                <a:ext cx="200964" cy="200771"/>
              </a:xfrm>
              <a:custGeom>
                <a:avLst/>
                <a:gdLst>
                  <a:gd name="csX0" fmla="*/ 100926 w 200964"/>
                  <a:gd name="csY0" fmla="*/ 201038 h 200771"/>
                  <a:gd name="csX1" fmla="*/ 171978 w 200964"/>
                  <a:gd name="csY1" fmla="*/ 171635 h 200771"/>
                  <a:gd name="csX2" fmla="*/ 201408 w 200964"/>
                  <a:gd name="csY2" fmla="*/ 100652 h 200771"/>
                  <a:gd name="csX3" fmla="*/ 171978 w 200964"/>
                  <a:gd name="csY3" fmla="*/ 29669 h 200771"/>
                  <a:gd name="csX4" fmla="*/ 100926 w 200964"/>
                  <a:gd name="csY4" fmla="*/ 266 h 200771"/>
                  <a:gd name="csX5" fmla="*/ 29874 w 200964"/>
                  <a:gd name="csY5" fmla="*/ 29669 h 200771"/>
                  <a:gd name="csX6" fmla="*/ 444 w 200964"/>
                  <a:gd name="csY6" fmla="*/ 100652 h 200771"/>
                  <a:gd name="csX7" fmla="*/ 29874 w 200964"/>
                  <a:gd name="csY7" fmla="*/ 171635 h 200771"/>
                  <a:gd name="csX8" fmla="*/ 100926 w 200964"/>
                  <a:gd name="csY8" fmla="*/ 201038 h 20077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0964" h="200771">
                    <a:moveTo>
                      <a:pt x="100926" y="201038"/>
                    </a:moveTo>
                    <a:cubicBezTo>
                      <a:pt x="127574" y="201038"/>
                      <a:pt x="153135" y="190460"/>
                      <a:pt x="171978" y="171635"/>
                    </a:cubicBezTo>
                    <a:cubicBezTo>
                      <a:pt x="190821" y="152810"/>
                      <a:pt x="201408" y="127275"/>
                      <a:pt x="201408" y="100652"/>
                    </a:cubicBezTo>
                    <a:cubicBezTo>
                      <a:pt x="201408" y="74029"/>
                      <a:pt x="190821" y="48494"/>
                      <a:pt x="171978" y="29669"/>
                    </a:cubicBezTo>
                    <a:cubicBezTo>
                      <a:pt x="153135" y="10844"/>
                      <a:pt x="127574" y="266"/>
                      <a:pt x="100926" y="266"/>
                    </a:cubicBezTo>
                    <a:cubicBezTo>
                      <a:pt x="74278" y="266"/>
                      <a:pt x="48717" y="10844"/>
                      <a:pt x="29874" y="29669"/>
                    </a:cubicBezTo>
                    <a:cubicBezTo>
                      <a:pt x="11031" y="48494"/>
                      <a:pt x="444" y="74029"/>
                      <a:pt x="444" y="100652"/>
                    </a:cubicBezTo>
                    <a:cubicBezTo>
                      <a:pt x="444" y="127275"/>
                      <a:pt x="11031" y="152810"/>
                      <a:pt x="29874" y="171635"/>
                    </a:cubicBezTo>
                    <a:cubicBezTo>
                      <a:pt x="48717" y="190460"/>
                      <a:pt x="74278" y="201038"/>
                      <a:pt x="100926" y="201038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41" name="文本框 140">
                <a:extLst>
                  <a:ext uri="{FF2B5EF4-FFF2-40B4-BE49-F238E27FC236}">
                    <a16:creationId xmlns:a16="http://schemas.microsoft.com/office/drawing/2014/main" id="{15A2FFDA-C7F3-88E7-1753-FC2E065F77DC}"/>
                  </a:ext>
                </a:extLst>
              </p:cNvPr>
              <p:cNvSpPr txBox="1"/>
              <p:nvPr/>
            </p:nvSpPr>
            <p:spPr>
              <a:xfrm>
                <a:off x="8663817" y="5452589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SIG003</a:t>
                </a:r>
              </a:p>
            </p:txBody>
          </p:sp>
          <p:sp>
            <p:nvSpPr>
              <p:cNvPr id="142" name="任意形状 141">
                <a:extLst>
                  <a:ext uri="{FF2B5EF4-FFF2-40B4-BE49-F238E27FC236}">
                    <a16:creationId xmlns:a16="http://schemas.microsoft.com/office/drawing/2014/main" id="{31872975-CB09-C5E9-4BA2-691A0DC048A4}"/>
                  </a:ext>
                </a:extLst>
              </p:cNvPr>
              <p:cNvSpPr/>
              <p:nvPr/>
            </p:nvSpPr>
            <p:spPr>
              <a:xfrm>
                <a:off x="8964773" y="3881762"/>
                <a:ext cx="205459" cy="205261"/>
              </a:xfrm>
              <a:custGeom>
                <a:avLst/>
                <a:gdLst>
                  <a:gd name="csX0" fmla="*/ 103163 w 205459"/>
                  <a:gd name="csY0" fmla="*/ 205452 h 205261"/>
                  <a:gd name="csX1" fmla="*/ 175804 w 205459"/>
                  <a:gd name="csY1" fmla="*/ 175392 h 205261"/>
                  <a:gd name="csX2" fmla="*/ 205892 w 205459"/>
                  <a:gd name="csY2" fmla="*/ 102821 h 205261"/>
                  <a:gd name="csX3" fmla="*/ 175804 w 205459"/>
                  <a:gd name="csY3" fmla="*/ 30250 h 205261"/>
                  <a:gd name="csX4" fmla="*/ 103163 w 205459"/>
                  <a:gd name="csY4" fmla="*/ 191 h 205261"/>
                  <a:gd name="csX5" fmla="*/ 30522 w 205459"/>
                  <a:gd name="csY5" fmla="*/ 30250 h 205261"/>
                  <a:gd name="csX6" fmla="*/ 433 w 205459"/>
                  <a:gd name="csY6" fmla="*/ 102821 h 205261"/>
                  <a:gd name="csX7" fmla="*/ 30522 w 205459"/>
                  <a:gd name="csY7" fmla="*/ 175392 h 205261"/>
                  <a:gd name="csX8" fmla="*/ 103163 w 205459"/>
                  <a:gd name="csY8" fmla="*/ 205452 h 20526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5459" h="205261">
                    <a:moveTo>
                      <a:pt x="103163" y="205452"/>
                    </a:moveTo>
                    <a:cubicBezTo>
                      <a:pt x="130407" y="205452"/>
                      <a:pt x="156539" y="194638"/>
                      <a:pt x="175804" y="175392"/>
                    </a:cubicBezTo>
                    <a:cubicBezTo>
                      <a:pt x="195068" y="156146"/>
                      <a:pt x="205892" y="130039"/>
                      <a:pt x="205892" y="102821"/>
                    </a:cubicBezTo>
                    <a:cubicBezTo>
                      <a:pt x="205892" y="75603"/>
                      <a:pt x="195068" y="49496"/>
                      <a:pt x="175804" y="30250"/>
                    </a:cubicBezTo>
                    <a:cubicBezTo>
                      <a:pt x="156539" y="11004"/>
                      <a:pt x="130407" y="191"/>
                      <a:pt x="103163" y="191"/>
                    </a:cubicBezTo>
                    <a:cubicBezTo>
                      <a:pt x="75919" y="191"/>
                      <a:pt x="49787" y="11004"/>
                      <a:pt x="30522" y="30250"/>
                    </a:cubicBezTo>
                    <a:cubicBezTo>
                      <a:pt x="11258" y="49496"/>
                      <a:pt x="433" y="75603"/>
                      <a:pt x="433" y="102821"/>
                    </a:cubicBezTo>
                    <a:cubicBezTo>
                      <a:pt x="433" y="130039"/>
                      <a:pt x="11258" y="156146"/>
                      <a:pt x="30522" y="175392"/>
                    </a:cubicBezTo>
                    <a:cubicBezTo>
                      <a:pt x="49787" y="194638"/>
                      <a:pt x="75919" y="205452"/>
                      <a:pt x="103163" y="205452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43" name="文本框 142">
                <a:extLst>
                  <a:ext uri="{FF2B5EF4-FFF2-40B4-BE49-F238E27FC236}">
                    <a16:creationId xmlns:a16="http://schemas.microsoft.com/office/drawing/2014/main" id="{0230A6FB-0212-527B-CA8D-6533B7C3CCD1}"/>
                  </a:ext>
                </a:extLst>
              </p:cNvPr>
              <p:cNvSpPr txBox="1"/>
              <p:nvPr/>
            </p:nvSpPr>
            <p:spPr>
              <a:xfrm>
                <a:off x="9137046" y="3880126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SIG004</a:t>
                </a:r>
              </a:p>
            </p:txBody>
          </p:sp>
          <p:sp>
            <p:nvSpPr>
              <p:cNvPr id="144" name="任意形状 143">
                <a:extLst>
                  <a:ext uri="{FF2B5EF4-FFF2-40B4-BE49-F238E27FC236}">
                    <a16:creationId xmlns:a16="http://schemas.microsoft.com/office/drawing/2014/main" id="{C95A514C-3A4A-E260-2741-F902ACFCBC2A}"/>
                  </a:ext>
                </a:extLst>
              </p:cNvPr>
              <p:cNvSpPr/>
              <p:nvPr/>
            </p:nvSpPr>
            <p:spPr>
              <a:xfrm>
                <a:off x="8483382" y="3140607"/>
                <a:ext cx="200833" cy="200639"/>
              </a:xfrm>
              <a:custGeom>
                <a:avLst/>
                <a:gdLst>
                  <a:gd name="csX0" fmla="*/ 100827 w 200833"/>
                  <a:gd name="csY0" fmla="*/ 200795 h 200639"/>
                  <a:gd name="csX1" fmla="*/ 171832 w 200833"/>
                  <a:gd name="csY1" fmla="*/ 171412 h 200639"/>
                  <a:gd name="csX2" fmla="*/ 201244 w 200833"/>
                  <a:gd name="csY2" fmla="*/ 100475 h 200639"/>
                  <a:gd name="csX3" fmla="*/ 171832 w 200833"/>
                  <a:gd name="csY3" fmla="*/ 29538 h 200639"/>
                  <a:gd name="csX4" fmla="*/ 100827 w 200833"/>
                  <a:gd name="csY4" fmla="*/ 155 h 200639"/>
                  <a:gd name="csX5" fmla="*/ 29822 w 200833"/>
                  <a:gd name="csY5" fmla="*/ 29538 h 200639"/>
                  <a:gd name="csX6" fmla="*/ 410 w 200833"/>
                  <a:gd name="csY6" fmla="*/ 100475 h 200639"/>
                  <a:gd name="csX7" fmla="*/ 29822 w 200833"/>
                  <a:gd name="csY7" fmla="*/ 171412 h 200639"/>
                  <a:gd name="csX8" fmla="*/ 100827 w 200833"/>
                  <a:gd name="csY8" fmla="*/ 200795 h 200639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00833" h="200639">
                    <a:moveTo>
                      <a:pt x="100827" y="200795"/>
                    </a:moveTo>
                    <a:cubicBezTo>
                      <a:pt x="127458" y="200795"/>
                      <a:pt x="153001" y="190225"/>
                      <a:pt x="171832" y="171412"/>
                    </a:cubicBezTo>
                    <a:cubicBezTo>
                      <a:pt x="190663" y="152599"/>
                      <a:pt x="201244" y="127080"/>
                      <a:pt x="201244" y="100475"/>
                    </a:cubicBezTo>
                    <a:cubicBezTo>
                      <a:pt x="201244" y="73870"/>
                      <a:pt x="190663" y="48351"/>
                      <a:pt x="171832" y="29538"/>
                    </a:cubicBezTo>
                    <a:cubicBezTo>
                      <a:pt x="153001" y="10725"/>
                      <a:pt x="127458" y="155"/>
                      <a:pt x="100827" y="155"/>
                    </a:cubicBezTo>
                    <a:cubicBezTo>
                      <a:pt x="74196" y="155"/>
                      <a:pt x="48652" y="10725"/>
                      <a:pt x="29822" y="29538"/>
                    </a:cubicBezTo>
                    <a:cubicBezTo>
                      <a:pt x="10991" y="48351"/>
                      <a:pt x="410" y="73870"/>
                      <a:pt x="410" y="100475"/>
                    </a:cubicBezTo>
                    <a:cubicBezTo>
                      <a:pt x="410" y="127080"/>
                      <a:pt x="10991" y="152599"/>
                      <a:pt x="29822" y="171412"/>
                    </a:cubicBezTo>
                    <a:cubicBezTo>
                      <a:pt x="48652" y="190225"/>
                      <a:pt x="74196" y="200795"/>
                      <a:pt x="100827" y="200795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45" name="文本框 144">
                <a:extLst>
                  <a:ext uri="{FF2B5EF4-FFF2-40B4-BE49-F238E27FC236}">
                    <a16:creationId xmlns:a16="http://schemas.microsoft.com/office/drawing/2014/main" id="{C77591B5-D41E-2AFE-C79C-9CFF1F7F7172}"/>
                  </a:ext>
                </a:extLst>
              </p:cNvPr>
              <p:cNvSpPr txBox="1"/>
              <p:nvPr/>
            </p:nvSpPr>
            <p:spPr>
              <a:xfrm>
                <a:off x="7950183" y="3123185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SIG022</a:t>
                </a:r>
              </a:p>
            </p:txBody>
          </p:sp>
          <p:sp>
            <p:nvSpPr>
              <p:cNvPr id="146" name="任意形状 145">
                <a:extLst>
                  <a:ext uri="{FF2B5EF4-FFF2-40B4-BE49-F238E27FC236}">
                    <a16:creationId xmlns:a16="http://schemas.microsoft.com/office/drawing/2014/main" id="{40AD332A-C688-A9FA-CCA0-97F03D637D53}"/>
                  </a:ext>
                </a:extLst>
              </p:cNvPr>
              <p:cNvSpPr/>
              <p:nvPr/>
            </p:nvSpPr>
            <p:spPr>
              <a:xfrm>
                <a:off x="9330353" y="5478942"/>
                <a:ext cx="182442" cy="182266"/>
              </a:xfrm>
              <a:custGeom>
                <a:avLst/>
                <a:gdLst>
                  <a:gd name="csX0" fmla="*/ 91671 w 182442"/>
                  <a:gd name="csY0" fmla="*/ 182533 h 182266"/>
                  <a:gd name="csX1" fmla="*/ 156175 w 182442"/>
                  <a:gd name="csY1" fmla="*/ 155841 h 182266"/>
                  <a:gd name="csX2" fmla="*/ 182893 w 182442"/>
                  <a:gd name="csY2" fmla="*/ 91400 h 182266"/>
                  <a:gd name="csX3" fmla="*/ 156175 w 182442"/>
                  <a:gd name="csY3" fmla="*/ 26959 h 182266"/>
                  <a:gd name="csX4" fmla="*/ 91671 w 182442"/>
                  <a:gd name="csY4" fmla="*/ 266 h 182266"/>
                  <a:gd name="csX5" fmla="*/ 27168 w 182442"/>
                  <a:gd name="csY5" fmla="*/ 26959 h 182266"/>
                  <a:gd name="csX6" fmla="*/ 450 w 182442"/>
                  <a:gd name="csY6" fmla="*/ 91400 h 182266"/>
                  <a:gd name="csX7" fmla="*/ 27168 w 182442"/>
                  <a:gd name="csY7" fmla="*/ 155841 h 182266"/>
                  <a:gd name="csX8" fmla="*/ 91671 w 182442"/>
                  <a:gd name="csY8" fmla="*/ 182533 h 182266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182442" h="182266">
                    <a:moveTo>
                      <a:pt x="91671" y="182533"/>
                    </a:moveTo>
                    <a:cubicBezTo>
                      <a:pt x="115864" y="182533"/>
                      <a:pt x="139068" y="172931"/>
                      <a:pt x="156175" y="155841"/>
                    </a:cubicBezTo>
                    <a:cubicBezTo>
                      <a:pt x="173281" y="138751"/>
                      <a:pt x="182893" y="115569"/>
                      <a:pt x="182893" y="91400"/>
                    </a:cubicBezTo>
                    <a:cubicBezTo>
                      <a:pt x="182893" y="67231"/>
                      <a:pt x="173281" y="44049"/>
                      <a:pt x="156175" y="26959"/>
                    </a:cubicBezTo>
                    <a:cubicBezTo>
                      <a:pt x="139068" y="9869"/>
                      <a:pt x="115864" y="266"/>
                      <a:pt x="91671" y="266"/>
                    </a:cubicBezTo>
                    <a:cubicBezTo>
                      <a:pt x="67479" y="266"/>
                      <a:pt x="44275" y="9869"/>
                      <a:pt x="27168" y="26959"/>
                    </a:cubicBezTo>
                    <a:cubicBezTo>
                      <a:pt x="10062" y="44049"/>
                      <a:pt x="450" y="67231"/>
                      <a:pt x="450" y="91400"/>
                    </a:cubicBezTo>
                    <a:cubicBezTo>
                      <a:pt x="450" y="115569"/>
                      <a:pt x="10062" y="138751"/>
                      <a:pt x="27168" y="155841"/>
                    </a:cubicBezTo>
                    <a:cubicBezTo>
                      <a:pt x="44275" y="172931"/>
                      <a:pt x="67479" y="182533"/>
                      <a:pt x="91671" y="182533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47" name="文本框 146">
                <a:extLst>
                  <a:ext uri="{FF2B5EF4-FFF2-40B4-BE49-F238E27FC236}">
                    <a16:creationId xmlns:a16="http://schemas.microsoft.com/office/drawing/2014/main" id="{3D453C91-A3FC-1574-85EF-1581BE3BA87A}"/>
                  </a:ext>
                </a:extLst>
              </p:cNvPr>
              <p:cNvSpPr txBox="1"/>
              <p:nvPr/>
            </p:nvSpPr>
            <p:spPr>
              <a:xfrm>
                <a:off x="9464119" y="5452589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SIG023</a:t>
                </a:r>
              </a:p>
            </p:txBody>
          </p:sp>
          <p:sp>
            <p:nvSpPr>
              <p:cNvPr id="148" name="任意形状 147">
                <a:extLst>
                  <a:ext uri="{FF2B5EF4-FFF2-40B4-BE49-F238E27FC236}">
                    <a16:creationId xmlns:a16="http://schemas.microsoft.com/office/drawing/2014/main" id="{249AE58F-BDB6-A601-4157-8A2071CB1A7A}"/>
                  </a:ext>
                </a:extLst>
              </p:cNvPr>
              <p:cNvSpPr/>
              <p:nvPr/>
            </p:nvSpPr>
            <p:spPr>
              <a:xfrm>
                <a:off x="8351966" y="2661734"/>
                <a:ext cx="218841" cy="218630"/>
              </a:xfrm>
              <a:custGeom>
                <a:avLst/>
                <a:gdLst>
                  <a:gd name="csX0" fmla="*/ 109825 w 218841"/>
                  <a:gd name="csY0" fmla="*/ 218763 h 218630"/>
                  <a:gd name="csX1" fmla="*/ 187197 w 218841"/>
                  <a:gd name="csY1" fmla="*/ 186745 h 218630"/>
                  <a:gd name="csX2" fmla="*/ 219246 w 218841"/>
                  <a:gd name="csY2" fmla="*/ 109448 h 218630"/>
                  <a:gd name="csX3" fmla="*/ 187197 w 218841"/>
                  <a:gd name="csY3" fmla="*/ 32150 h 218630"/>
                  <a:gd name="csX4" fmla="*/ 109825 w 218841"/>
                  <a:gd name="csY4" fmla="*/ 133 h 218630"/>
                  <a:gd name="csX5" fmla="*/ 32453 w 218841"/>
                  <a:gd name="csY5" fmla="*/ 32150 h 218630"/>
                  <a:gd name="csX6" fmla="*/ 404 w 218841"/>
                  <a:gd name="csY6" fmla="*/ 109448 h 218630"/>
                  <a:gd name="csX7" fmla="*/ 32453 w 218841"/>
                  <a:gd name="csY7" fmla="*/ 186745 h 218630"/>
                  <a:gd name="csX8" fmla="*/ 109825 w 218841"/>
                  <a:gd name="csY8" fmla="*/ 218763 h 21863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18841" h="218630">
                    <a:moveTo>
                      <a:pt x="109825" y="218763"/>
                    </a:moveTo>
                    <a:cubicBezTo>
                      <a:pt x="138844" y="218763"/>
                      <a:pt x="166678" y="207245"/>
                      <a:pt x="187197" y="186745"/>
                    </a:cubicBezTo>
                    <a:cubicBezTo>
                      <a:pt x="207716" y="166246"/>
                      <a:pt x="219246" y="138439"/>
                      <a:pt x="219246" y="109448"/>
                    </a:cubicBezTo>
                    <a:cubicBezTo>
                      <a:pt x="219246" y="80457"/>
                      <a:pt x="207716" y="52650"/>
                      <a:pt x="187197" y="32150"/>
                    </a:cubicBezTo>
                    <a:cubicBezTo>
                      <a:pt x="166678" y="11651"/>
                      <a:pt x="138844" y="133"/>
                      <a:pt x="109825" y="133"/>
                    </a:cubicBezTo>
                    <a:cubicBezTo>
                      <a:pt x="80806" y="133"/>
                      <a:pt x="52972" y="11651"/>
                      <a:pt x="32453" y="32150"/>
                    </a:cubicBezTo>
                    <a:cubicBezTo>
                      <a:pt x="11933" y="52650"/>
                      <a:pt x="404" y="80457"/>
                      <a:pt x="404" y="109448"/>
                    </a:cubicBezTo>
                    <a:cubicBezTo>
                      <a:pt x="404" y="138439"/>
                      <a:pt x="11933" y="166246"/>
                      <a:pt x="32453" y="186745"/>
                    </a:cubicBezTo>
                    <a:cubicBezTo>
                      <a:pt x="52972" y="207245"/>
                      <a:pt x="80806" y="218763"/>
                      <a:pt x="109825" y="218763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49" name="文本框 148">
                <a:extLst>
                  <a:ext uri="{FF2B5EF4-FFF2-40B4-BE49-F238E27FC236}">
                    <a16:creationId xmlns:a16="http://schemas.microsoft.com/office/drawing/2014/main" id="{B15379F0-5B4C-39E7-81CD-D8BA5F238ADC}"/>
                  </a:ext>
                </a:extLst>
              </p:cNvPr>
              <p:cNvSpPr txBox="1"/>
              <p:nvPr/>
            </p:nvSpPr>
            <p:spPr>
              <a:xfrm>
                <a:off x="8502163" y="2655529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SIG033</a:t>
                </a:r>
              </a:p>
            </p:txBody>
          </p:sp>
          <p:sp>
            <p:nvSpPr>
              <p:cNvPr id="150" name="任意形状 149">
                <a:extLst>
                  <a:ext uri="{FF2B5EF4-FFF2-40B4-BE49-F238E27FC236}">
                    <a16:creationId xmlns:a16="http://schemas.microsoft.com/office/drawing/2014/main" id="{65D3685E-59C1-954B-AB2C-5F155A4A9AAE}"/>
                  </a:ext>
                </a:extLst>
              </p:cNvPr>
              <p:cNvSpPr/>
              <p:nvPr/>
            </p:nvSpPr>
            <p:spPr>
              <a:xfrm>
                <a:off x="7759536" y="1900311"/>
                <a:ext cx="238140" cy="237911"/>
              </a:xfrm>
              <a:custGeom>
                <a:avLst/>
                <a:gdLst>
                  <a:gd name="csX0" fmla="*/ 119447 w 238140"/>
                  <a:gd name="csY0" fmla="*/ 238008 h 237911"/>
                  <a:gd name="csX1" fmla="*/ 203642 w 238140"/>
                  <a:gd name="csY1" fmla="*/ 203166 h 237911"/>
                  <a:gd name="csX2" fmla="*/ 238517 w 238140"/>
                  <a:gd name="csY2" fmla="*/ 119052 h 237911"/>
                  <a:gd name="csX3" fmla="*/ 203642 w 238140"/>
                  <a:gd name="csY3" fmla="*/ 34938 h 237911"/>
                  <a:gd name="csX4" fmla="*/ 119447 w 238140"/>
                  <a:gd name="csY4" fmla="*/ 97 h 237911"/>
                  <a:gd name="csX5" fmla="*/ 35251 w 238140"/>
                  <a:gd name="csY5" fmla="*/ 34938 h 237911"/>
                  <a:gd name="csX6" fmla="*/ 376 w 238140"/>
                  <a:gd name="csY6" fmla="*/ 119052 h 237911"/>
                  <a:gd name="csX7" fmla="*/ 35251 w 238140"/>
                  <a:gd name="csY7" fmla="*/ 203166 h 237911"/>
                  <a:gd name="csX8" fmla="*/ 119447 w 238140"/>
                  <a:gd name="csY8" fmla="*/ 238008 h 237911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  <a:cxn ang="0">
                    <a:pos x="csX5" y="csY5"/>
                  </a:cxn>
                  <a:cxn ang="0">
                    <a:pos x="csX6" y="csY6"/>
                  </a:cxn>
                  <a:cxn ang="0">
                    <a:pos x="csX7" y="csY7"/>
                  </a:cxn>
                  <a:cxn ang="0">
                    <a:pos x="csX8" y="csY8"/>
                  </a:cxn>
                </a:cxnLst>
                <a:rect l="l" t="t" r="r" b="b"/>
                <a:pathLst>
                  <a:path w="238140" h="237911">
                    <a:moveTo>
                      <a:pt x="119447" y="238008"/>
                    </a:moveTo>
                    <a:cubicBezTo>
                      <a:pt x="151025" y="238008"/>
                      <a:pt x="181313" y="225474"/>
                      <a:pt x="203642" y="203166"/>
                    </a:cubicBezTo>
                    <a:cubicBezTo>
                      <a:pt x="225971" y="180859"/>
                      <a:pt x="238517" y="150600"/>
                      <a:pt x="238517" y="119052"/>
                    </a:cubicBezTo>
                    <a:cubicBezTo>
                      <a:pt x="238517" y="87505"/>
                      <a:pt x="225971" y="57245"/>
                      <a:pt x="203642" y="34938"/>
                    </a:cubicBezTo>
                    <a:cubicBezTo>
                      <a:pt x="181313" y="12630"/>
                      <a:pt x="151025" y="97"/>
                      <a:pt x="119447" y="97"/>
                    </a:cubicBezTo>
                    <a:cubicBezTo>
                      <a:pt x="87869" y="97"/>
                      <a:pt x="57580" y="12630"/>
                      <a:pt x="35251" y="34938"/>
                    </a:cubicBezTo>
                    <a:cubicBezTo>
                      <a:pt x="12922" y="57245"/>
                      <a:pt x="376" y="87505"/>
                      <a:pt x="376" y="119052"/>
                    </a:cubicBezTo>
                    <a:cubicBezTo>
                      <a:pt x="376" y="150600"/>
                      <a:pt x="12922" y="180859"/>
                      <a:pt x="35251" y="203166"/>
                    </a:cubicBezTo>
                    <a:cubicBezTo>
                      <a:pt x="57580" y="225474"/>
                      <a:pt x="87869" y="238008"/>
                      <a:pt x="119447" y="238008"/>
                    </a:cubicBezTo>
                    <a:close/>
                  </a:path>
                </a:pathLst>
              </a:custGeom>
              <a:solidFill>
                <a:srgbClr val="2F6B8A">
                  <a:alpha val="88000"/>
                </a:srgbClr>
              </a:solidFill>
              <a:ln w="14643" cap="flat">
                <a:solidFill>
                  <a:srgbClr val="FFFFFF">
                    <a:alpha val="88000"/>
                  </a:srgbClr>
                </a:solidFill>
                <a:prstDash val="solid"/>
                <a:round/>
              </a:ln>
            </p:spPr>
          </p:sp>
          <p:sp>
            <p:nvSpPr>
              <p:cNvPr id="151" name="文本框 150">
                <a:extLst>
                  <a:ext uri="{FF2B5EF4-FFF2-40B4-BE49-F238E27FC236}">
                    <a16:creationId xmlns:a16="http://schemas.microsoft.com/office/drawing/2014/main" id="{03D802EA-248C-C874-89D5-DDF4063F1E0C}"/>
                  </a:ext>
                </a:extLst>
              </p:cNvPr>
              <p:cNvSpPr txBox="1"/>
              <p:nvPr/>
            </p:nvSpPr>
            <p:spPr>
              <a:xfrm>
                <a:off x="7924666" y="1903850"/>
                <a:ext cx="575799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sz="900" b="1" spc="0" baseline="0" dirty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SIG034</a:t>
                </a:r>
              </a:p>
            </p:txBody>
          </p:sp>
          <p:sp>
            <p:nvSpPr>
              <p:cNvPr id="152" name="文本框 151">
                <a:extLst>
                  <a:ext uri="{FF2B5EF4-FFF2-40B4-BE49-F238E27FC236}">
                    <a16:creationId xmlns:a16="http://schemas.microsoft.com/office/drawing/2014/main" id="{4920C88A-5F8B-F194-1C1D-3C0FD566DE9A}"/>
                  </a:ext>
                </a:extLst>
              </p:cNvPr>
              <p:cNvSpPr txBox="1"/>
              <p:nvPr/>
            </p:nvSpPr>
            <p:spPr>
              <a:xfrm>
                <a:off x="7026408" y="618261"/>
                <a:ext cx="35137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l"/>
                <a:r>
                  <a:rPr lang="zh-CN" altLang="en-US" b="1" spc="0" baseline="0">
                    <a:ln/>
                    <a:solidFill>
                      <a:srgbClr val="000000"/>
                    </a:solidFill>
                    <a:latin typeface="Arial"/>
                    <a:cs typeface="Arial"/>
                    <a:sym typeface="Arial"/>
                    <a:rtl val="0"/>
                  </a:rPr>
                  <a:t>B</a:t>
                </a:r>
              </a:p>
            </p:txBody>
          </p:sp>
          <p:grpSp>
            <p:nvGrpSpPr>
              <p:cNvPr id="153" name="图形 4">
                <a:extLst>
                  <a:ext uri="{FF2B5EF4-FFF2-40B4-BE49-F238E27FC236}">
                    <a16:creationId xmlns:a16="http://schemas.microsoft.com/office/drawing/2014/main" id="{F433E8CB-EFE9-A156-7793-9D3FCA477B79}"/>
                  </a:ext>
                </a:extLst>
              </p:cNvPr>
              <p:cNvGrpSpPr/>
              <p:nvPr/>
            </p:nvGrpSpPr>
            <p:grpSpPr>
              <a:xfrm>
                <a:off x="7476814" y="883623"/>
                <a:ext cx="1782860" cy="463602"/>
                <a:chOff x="7476814" y="883623"/>
                <a:chExt cx="1782860" cy="463602"/>
              </a:xfrm>
              <a:solidFill>
                <a:srgbClr val="000000"/>
              </a:solidFill>
            </p:grpSpPr>
            <p:sp>
              <p:nvSpPr>
                <p:cNvPr id="154" name="文本框 153">
                  <a:extLst>
                    <a:ext uri="{FF2B5EF4-FFF2-40B4-BE49-F238E27FC236}">
                      <a16:creationId xmlns:a16="http://schemas.microsoft.com/office/drawing/2014/main" id="{5340F83B-E7EF-43F2-D469-716979519665}"/>
                    </a:ext>
                  </a:extLst>
                </p:cNvPr>
                <p:cNvSpPr txBox="1"/>
                <p:nvPr/>
              </p:nvSpPr>
              <p:spPr>
                <a:xfrm>
                  <a:off x="7476814" y="883623"/>
                  <a:ext cx="1330814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Dominance and</a:t>
                  </a:r>
                </a:p>
              </p:txBody>
            </p:sp>
            <p:sp>
              <p:nvSpPr>
                <p:cNvPr id="155" name="文本框 154">
                  <a:extLst>
                    <a:ext uri="{FF2B5EF4-FFF2-40B4-BE49-F238E27FC236}">
                      <a16:creationId xmlns:a16="http://schemas.microsoft.com/office/drawing/2014/main" id="{48450CFA-FD92-0A48-E410-7CA9DB67B470}"/>
                    </a:ext>
                  </a:extLst>
                </p:cNvPr>
                <p:cNvSpPr txBox="1"/>
                <p:nvPr/>
              </p:nvSpPr>
              <p:spPr>
                <a:xfrm>
                  <a:off x="7476814" y="1070226"/>
                  <a:ext cx="1782860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l"/>
                  <a:r>
                    <a:rPr lang="zh-CN" altLang="en-US" sz="1200" b="1" spc="0" baseline="0">
                      <a:ln/>
                      <a:solidFill>
                        <a:srgbClr val="000000"/>
                      </a:solidFill>
                      <a:latin typeface="Arial"/>
                      <a:cs typeface="Arial"/>
                      <a:sym typeface="Arial"/>
                      <a:rtl val="0"/>
                    </a:rPr>
                    <a:t>cancellation structure</a:t>
                  </a:r>
                </a:p>
              </p:txBody>
            </p:sp>
          </p:grpSp>
        </p:grpSp>
        <p:sp>
          <p:nvSpPr>
            <p:cNvPr id="156" name="文本框 155">
              <a:extLst>
                <a:ext uri="{FF2B5EF4-FFF2-40B4-BE49-F238E27FC236}">
                  <a16:creationId xmlns:a16="http://schemas.microsoft.com/office/drawing/2014/main" id="{1802BF6F-74F7-D24C-8ED0-5D332E98BE39}"/>
                </a:ext>
              </a:extLst>
            </p:cNvPr>
            <p:cNvSpPr txBox="1"/>
            <p:nvPr/>
          </p:nvSpPr>
          <p:spPr>
            <a:xfrm>
              <a:off x="108973" y="81048"/>
              <a:ext cx="4299575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2000" b="1" spc="0" baseline="0" dirty="0">
                  <a:ln/>
                  <a:solidFill>
                    <a:srgbClr val="000000"/>
                  </a:solidFill>
                  <a:latin typeface="Arial"/>
                  <a:cs typeface="Arial"/>
                  <a:sym typeface="Arial"/>
                  <a:rtl val="0"/>
                </a:rPr>
                <a:t>Gene-contribution patterns at T48</a:t>
              </a:r>
            </a:p>
          </p:txBody>
        </p:sp>
        <p:sp>
          <p:nvSpPr>
            <p:cNvPr id="157" name="文本框 156">
              <a:extLst>
                <a:ext uri="{FF2B5EF4-FFF2-40B4-BE49-F238E27FC236}">
                  <a16:creationId xmlns:a16="http://schemas.microsoft.com/office/drawing/2014/main" id="{4FAD4532-17FB-B3E5-24D9-21EB331503E4}"/>
                </a:ext>
              </a:extLst>
            </p:cNvPr>
            <p:cNvSpPr txBox="1"/>
            <p:nvPr/>
          </p:nvSpPr>
          <p:spPr>
            <a:xfrm>
              <a:off x="108973" y="6563265"/>
              <a:ext cx="6086923" cy="24622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l"/>
              <a:r>
                <a:rPr lang="zh-CN" altLang="en-US" sz="1000" spc="0" baseline="0">
                  <a:ln/>
                  <a:solidFill>
                    <a:srgbClr val="5F6B76"/>
                  </a:solidFill>
                  <a:latin typeface="Arial"/>
                  <a:cs typeface="Arial"/>
                  <a:sym typeface="Arial"/>
                  <a:rtl val="0"/>
                </a:rPr>
                <a:t>Point area represents the median absolute-contribution sum. Contributions are mathematical, not causal.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3500580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7</TotalTime>
  <Words>120</Words>
  <Application>Microsoft Macintosh PowerPoint</Application>
  <PresentationFormat>自定义</PresentationFormat>
  <Paragraphs>55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Felix Lee</dc:creator>
  <cp:lastModifiedBy>Felix Lee</cp:lastModifiedBy>
  <cp:revision>1</cp:revision>
  <dcterms:created xsi:type="dcterms:W3CDTF">2026-08-09T11:32:23Z</dcterms:created>
  <dcterms:modified xsi:type="dcterms:W3CDTF">2026-08-09T11:39:32Z</dcterms:modified>
</cp:coreProperties>
</file>